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310" r:id="rId5"/>
    <p:sldId id="309" r:id="rId6"/>
    <p:sldId id="311" r:id="rId7"/>
    <p:sldId id="312" r:id="rId8"/>
    <p:sldId id="306" r:id="rId9"/>
    <p:sldId id="314" r:id="rId10"/>
    <p:sldId id="305" r:id="rId11"/>
    <p:sldId id="303" r:id="rId12"/>
    <p:sldId id="315" r:id="rId13"/>
    <p:sldId id="316" r:id="rId14"/>
    <p:sldId id="317" r:id="rId15"/>
    <p:sldId id="29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E8"/>
    <a:srgbClr val="47697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5394" autoAdjust="0"/>
  </p:normalViewPr>
  <p:slideViewPr>
    <p:cSldViewPr snapToGrid="0">
      <p:cViewPr>
        <p:scale>
          <a:sx n="78" d="100"/>
          <a:sy n="78" d="100"/>
        </p:scale>
        <p:origin x="100" y="1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65B408-3CA9-4B9C-8C97-432DA1C2BD6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AFD199D-9569-4130-A959-69A386598811}">
      <dgm:prSet phldrT="[Text]" phldr="0"/>
      <dgm:spPr/>
      <dgm:t>
        <a:bodyPr/>
        <a:lstStyle/>
        <a:p>
          <a:r>
            <a:rPr lang="en-GB" dirty="0"/>
            <a:t>MEMBER 1</a:t>
          </a:r>
          <a:endParaRPr lang="en-US" dirty="0"/>
        </a:p>
      </dgm:t>
    </dgm:pt>
    <dgm:pt modelId="{0EC8D796-01D1-472F-BDA8-6D725D06985E}" type="parTrans" cxnId="{B936EA37-0089-41AB-9B10-B40DC00EB2EF}">
      <dgm:prSet/>
      <dgm:spPr/>
      <dgm:t>
        <a:bodyPr/>
        <a:lstStyle/>
        <a:p>
          <a:endParaRPr lang="en-US"/>
        </a:p>
      </dgm:t>
    </dgm:pt>
    <dgm:pt modelId="{D79E6167-4C25-4FEB-BACE-7729E53FC102}" type="sibTrans" cxnId="{B936EA37-0089-41AB-9B10-B40DC00EB2EF}">
      <dgm:prSet/>
      <dgm:spPr/>
      <dgm:t>
        <a:bodyPr/>
        <a:lstStyle/>
        <a:p>
          <a:endParaRPr lang="en-US"/>
        </a:p>
      </dgm:t>
    </dgm:pt>
    <dgm:pt modelId="{78955A8E-78AC-46AD-8D04-28AB15F1E0C6}">
      <dgm:prSet phldrT="[Text]" phldr="0"/>
      <dgm:spPr/>
      <dgm:t>
        <a:bodyPr/>
        <a:lstStyle/>
        <a:p>
          <a:r>
            <a:rPr lang="en-GB" dirty="0"/>
            <a:t>8/10</a:t>
          </a:r>
          <a:endParaRPr lang="en-US" dirty="0"/>
        </a:p>
      </dgm:t>
    </dgm:pt>
    <dgm:pt modelId="{4FA504D9-7944-4F04-8086-15AB8EC97072}" type="parTrans" cxnId="{21DB7601-719C-49EE-8F08-B170218027C6}">
      <dgm:prSet/>
      <dgm:spPr/>
      <dgm:t>
        <a:bodyPr/>
        <a:lstStyle/>
        <a:p>
          <a:endParaRPr lang="en-US"/>
        </a:p>
      </dgm:t>
    </dgm:pt>
    <dgm:pt modelId="{DB0DEBF6-C1E2-49FB-BA46-BC66AC5E114F}" type="sibTrans" cxnId="{21DB7601-719C-49EE-8F08-B170218027C6}">
      <dgm:prSet/>
      <dgm:spPr/>
      <dgm:t>
        <a:bodyPr/>
        <a:lstStyle/>
        <a:p>
          <a:endParaRPr lang="en-US"/>
        </a:p>
      </dgm:t>
    </dgm:pt>
    <dgm:pt modelId="{32BA920F-9D23-4431-8567-922573BFFF56}">
      <dgm:prSet phldrT="[Text]" phldr="0"/>
      <dgm:spPr/>
      <dgm:t>
        <a:bodyPr/>
        <a:lstStyle/>
        <a:p>
          <a:r>
            <a:rPr lang="en-GB" dirty="0"/>
            <a:t>MEMBER 4</a:t>
          </a:r>
          <a:endParaRPr lang="en-US" dirty="0"/>
        </a:p>
      </dgm:t>
    </dgm:pt>
    <dgm:pt modelId="{3E21581B-3EE1-4C60-ADE7-EDA3F0A840CF}" type="parTrans" cxnId="{98F43C8C-6706-43B8-80E1-CCF7A230DC8A}">
      <dgm:prSet/>
      <dgm:spPr/>
      <dgm:t>
        <a:bodyPr/>
        <a:lstStyle/>
        <a:p>
          <a:endParaRPr lang="en-US"/>
        </a:p>
      </dgm:t>
    </dgm:pt>
    <dgm:pt modelId="{42A5D69E-7482-47F0-B062-78ABE70883EE}" type="sibTrans" cxnId="{98F43C8C-6706-43B8-80E1-CCF7A230DC8A}">
      <dgm:prSet/>
      <dgm:spPr/>
      <dgm:t>
        <a:bodyPr/>
        <a:lstStyle/>
        <a:p>
          <a:endParaRPr lang="en-US"/>
        </a:p>
      </dgm:t>
    </dgm:pt>
    <dgm:pt modelId="{95E5CEFE-A438-437B-A50D-CB7CAF27021F}">
      <dgm:prSet phldrT="[Text]" phldr="0"/>
      <dgm:spPr/>
      <dgm:t>
        <a:bodyPr/>
        <a:lstStyle/>
        <a:p>
          <a:r>
            <a:rPr lang="en-GB" dirty="0"/>
            <a:t>6/10</a:t>
          </a:r>
          <a:endParaRPr lang="en-US" dirty="0"/>
        </a:p>
      </dgm:t>
    </dgm:pt>
    <dgm:pt modelId="{C1D4493F-6FB4-423E-A0FF-5DA7EB07ECE1}" type="parTrans" cxnId="{0962899E-97B7-4ED0-BED3-B54E350AE4DD}">
      <dgm:prSet/>
      <dgm:spPr/>
      <dgm:t>
        <a:bodyPr/>
        <a:lstStyle/>
        <a:p>
          <a:endParaRPr lang="en-US"/>
        </a:p>
      </dgm:t>
    </dgm:pt>
    <dgm:pt modelId="{A58706D1-A6DE-4525-90CF-502652673C5C}" type="sibTrans" cxnId="{0962899E-97B7-4ED0-BED3-B54E350AE4DD}">
      <dgm:prSet/>
      <dgm:spPr/>
      <dgm:t>
        <a:bodyPr/>
        <a:lstStyle/>
        <a:p>
          <a:endParaRPr lang="en-US"/>
        </a:p>
      </dgm:t>
    </dgm:pt>
    <dgm:pt modelId="{F03EE7B6-FA77-4B27-879C-EE4F1D1C963B}">
      <dgm:prSet phldrT="[Text]" phldr="0"/>
      <dgm:spPr/>
      <dgm:t>
        <a:bodyPr/>
        <a:lstStyle/>
        <a:p>
          <a:r>
            <a:rPr lang="en-GB" dirty="0"/>
            <a:t>MEMBER 5</a:t>
          </a:r>
          <a:endParaRPr lang="en-US" dirty="0"/>
        </a:p>
      </dgm:t>
    </dgm:pt>
    <dgm:pt modelId="{F80C76A8-1A6A-4592-A600-13D8C28F55FA}" type="parTrans" cxnId="{01E219DE-C83D-4A85-AA1C-3B40C1009338}">
      <dgm:prSet/>
      <dgm:spPr/>
      <dgm:t>
        <a:bodyPr/>
        <a:lstStyle/>
        <a:p>
          <a:endParaRPr lang="en-US"/>
        </a:p>
      </dgm:t>
    </dgm:pt>
    <dgm:pt modelId="{AEA44396-1728-4620-952D-CECD2B91AD20}" type="sibTrans" cxnId="{01E219DE-C83D-4A85-AA1C-3B40C1009338}">
      <dgm:prSet/>
      <dgm:spPr/>
      <dgm:t>
        <a:bodyPr/>
        <a:lstStyle/>
        <a:p>
          <a:endParaRPr lang="en-US"/>
        </a:p>
      </dgm:t>
    </dgm:pt>
    <dgm:pt modelId="{73D74B39-A284-4966-8191-F0AFD9B33BE4}">
      <dgm:prSet/>
      <dgm:spPr/>
      <dgm:t>
        <a:bodyPr/>
        <a:lstStyle/>
        <a:p>
          <a:r>
            <a:rPr lang="en-GB" dirty="0"/>
            <a:t>MEMBER 3</a:t>
          </a:r>
          <a:endParaRPr lang="en-US" dirty="0"/>
        </a:p>
      </dgm:t>
    </dgm:pt>
    <dgm:pt modelId="{1228BF18-7066-48AB-98E4-7BD8A7D8BDB6}" type="parTrans" cxnId="{A569B4DF-7349-4016-A79D-B991C0925B06}">
      <dgm:prSet/>
      <dgm:spPr/>
      <dgm:t>
        <a:bodyPr/>
        <a:lstStyle/>
        <a:p>
          <a:endParaRPr lang="en-US"/>
        </a:p>
      </dgm:t>
    </dgm:pt>
    <dgm:pt modelId="{14DBA6F6-25C0-4EA0-8563-3C2C2BAE3857}" type="sibTrans" cxnId="{A569B4DF-7349-4016-A79D-B991C0925B06}">
      <dgm:prSet/>
      <dgm:spPr/>
      <dgm:t>
        <a:bodyPr/>
        <a:lstStyle/>
        <a:p>
          <a:endParaRPr lang="en-US"/>
        </a:p>
      </dgm:t>
    </dgm:pt>
    <dgm:pt modelId="{5C27BE3B-BBC9-4548-8891-C60AC48795F2}">
      <dgm:prSet/>
      <dgm:spPr/>
      <dgm:t>
        <a:bodyPr/>
        <a:lstStyle/>
        <a:p>
          <a:r>
            <a:rPr lang="en-GB" dirty="0"/>
            <a:t>MEMBER 2</a:t>
          </a:r>
          <a:endParaRPr lang="en-US" dirty="0"/>
        </a:p>
      </dgm:t>
    </dgm:pt>
    <dgm:pt modelId="{26D70418-F239-4864-B9C8-27382D7E6652}" type="parTrans" cxnId="{A63C88F5-703E-4FC4-B1E5-94B3384648D8}">
      <dgm:prSet/>
      <dgm:spPr/>
      <dgm:t>
        <a:bodyPr/>
        <a:lstStyle/>
        <a:p>
          <a:endParaRPr lang="en-US"/>
        </a:p>
      </dgm:t>
    </dgm:pt>
    <dgm:pt modelId="{B2D35810-DD8F-470F-AF16-73DEFBA0CB6D}" type="sibTrans" cxnId="{A63C88F5-703E-4FC4-B1E5-94B3384648D8}">
      <dgm:prSet/>
      <dgm:spPr/>
      <dgm:t>
        <a:bodyPr/>
        <a:lstStyle/>
        <a:p>
          <a:endParaRPr lang="en-US"/>
        </a:p>
      </dgm:t>
    </dgm:pt>
    <dgm:pt modelId="{62E62224-F5C2-44E6-BDF4-4196329CA0D5}">
      <dgm:prSet/>
      <dgm:spPr/>
      <dgm:t>
        <a:bodyPr/>
        <a:lstStyle/>
        <a:p>
          <a:r>
            <a:rPr lang="en-GB" dirty="0"/>
            <a:t>8/10</a:t>
          </a:r>
          <a:endParaRPr lang="en-US" dirty="0"/>
        </a:p>
      </dgm:t>
    </dgm:pt>
    <dgm:pt modelId="{B2B4CA96-666B-4E0E-A6BE-CDB3F18BF4BE}" type="parTrans" cxnId="{65335AA8-C14F-43C7-93B2-D919A5F810B5}">
      <dgm:prSet/>
      <dgm:spPr/>
      <dgm:t>
        <a:bodyPr/>
        <a:lstStyle/>
        <a:p>
          <a:endParaRPr lang="en-US"/>
        </a:p>
      </dgm:t>
    </dgm:pt>
    <dgm:pt modelId="{49BE5EED-08B9-4CA8-BEC1-04C781BC53F0}" type="sibTrans" cxnId="{65335AA8-C14F-43C7-93B2-D919A5F810B5}">
      <dgm:prSet/>
      <dgm:spPr/>
      <dgm:t>
        <a:bodyPr/>
        <a:lstStyle/>
        <a:p>
          <a:endParaRPr lang="en-US"/>
        </a:p>
      </dgm:t>
    </dgm:pt>
    <dgm:pt modelId="{5BBA770D-9C31-4FF1-AEAD-C91768049064}">
      <dgm:prSet/>
      <dgm:spPr/>
      <dgm:t>
        <a:bodyPr/>
        <a:lstStyle/>
        <a:p>
          <a:r>
            <a:rPr lang="en-GB" dirty="0"/>
            <a:t>3/10</a:t>
          </a:r>
          <a:endParaRPr lang="en-US" dirty="0"/>
        </a:p>
      </dgm:t>
    </dgm:pt>
    <dgm:pt modelId="{B07A8B04-3AA1-4A34-80C5-0059353DE94A}" type="parTrans" cxnId="{AA28C0AB-4BB2-4F06-8049-6E6392E9FAC0}">
      <dgm:prSet/>
      <dgm:spPr/>
      <dgm:t>
        <a:bodyPr/>
        <a:lstStyle/>
        <a:p>
          <a:endParaRPr lang="en-US"/>
        </a:p>
      </dgm:t>
    </dgm:pt>
    <dgm:pt modelId="{57DD0799-3889-4AFC-81DB-EA819E8EB29F}" type="sibTrans" cxnId="{AA28C0AB-4BB2-4F06-8049-6E6392E9FAC0}">
      <dgm:prSet/>
      <dgm:spPr/>
      <dgm:t>
        <a:bodyPr/>
        <a:lstStyle/>
        <a:p>
          <a:endParaRPr lang="en-US"/>
        </a:p>
      </dgm:t>
    </dgm:pt>
    <dgm:pt modelId="{30F14890-52B5-4AE9-9536-A24AC7F1C929}">
      <dgm:prSet phldrT="[Text]" phldr="0"/>
      <dgm:spPr/>
      <dgm:t>
        <a:bodyPr/>
        <a:lstStyle/>
        <a:p>
          <a:r>
            <a:rPr lang="en-GB" dirty="0"/>
            <a:t>LEADER</a:t>
          </a:r>
          <a:endParaRPr lang="en-US" dirty="0"/>
        </a:p>
      </dgm:t>
    </dgm:pt>
    <dgm:pt modelId="{7912867E-23BF-4416-8700-C2464B3DBDF8}" type="parTrans" cxnId="{AA6C0E72-38C0-44C2-8D4A-AB2617F4E971}">
      <dgm:prSet/>
      <dgm:spPr/>
      <dgm:t>
        <a:bodyPr/>
        <a:lstStyle/>
        <a:p>
          <a:endParaRPr lang="en-US"/>
        </a:p>
      </dgm:t>
    </dgm:pt>
    <dgm:pt modelId="{70E925F3-DC9D-4AD7-8E38-FFA9E8A72A13}" type="sibTrans" cxnId="{AA6C0E72-38C0-44C2-8D4A-AB2617F4E971}">
      <dgm:prSet/>
      <dgm:spPr/>
      <dgm:t>
        <a:bodyPr/>
        <a:lstStyle/>
        <a:p>
          <a:endParaRPr lang="en-US"/>
        </a:p>
      </dgm:t>
    </dgm:pt>
    <dgm:pt modelId="{DADA8F42-49A9-4B8D-8229-9529FC4FAC22}">
      <dgm:prSet/>
      <dgm:spPr/>
      <dgm:t>
        <a:bodyPr/>
        <a:lstStyle/>
        <a:p>
          <a:r>
            <a:rPr lang="en-GB" dirty="0"/>
            <a:t>MAIN KID</a:t>
          </a:r>
          <a:endParaRPr lang="en-US" dirty="0"/>
        </a:p>
      </dgm:t>
    </dgm:pt>
    <dgm:pt modelId="{913650FE-7FE4-4EF6-B9D5-EB333A7EE099}" type="parTrans" cxnId="{D192AC6D-C7A2-41B7-8D23-ED8AF701C775}">
      <dgm:prSet/>
      <dgm:spPr/>
      <dgm:t>
        <a:bodyPr/>
        <a:lstStyle/>
        <a:p>
          <a:endParaRPr lang="en-US"/>
        </a:p>
      </dgm:t>
    </dgm:pt>
    <dgm:pt modelId="{4728A38F-9548-42E7-9243-C4D0C46F675E}" type="sibTrans" cxnId="{D192AC6D-C7A2-41B7-8D23-ED8AF701C775}">
      <dgm:prSet/>
      <dgm:spPr/>
      <dgm:t>
        <a:bodyPr/>
        <a:lstStyle/>
        <a:p>
          <a:endParaRPr lang="en-US"/>
        </a:p>
      </dgm:t>
    </dgm:pt>
    <dgm:pt modelId="{FA900255-71DD-49EA-9473-03D160659183}">
      <dgm:prSet/>
      <dgm:spPr/>
      <dgm:t>
        <a:bodyPr/>
        <a:lstStyle/>
        <a:p>
          <a:r>
            <a:rPr lang="en-GB" dirty="0"/>
            <a:t>5/10</a:t>
          </a:r>
          <a:endParaRPr lang="en-US" dirty="0"/>
        </a:p>
      </dgm:t>
    </dgm:pt>
    <dgm:pt modelId="{9A65E5A5-4035-4C6E-8C1E-2B64E3DF839C}" type="parTrans" cxnId="{19A306D9-4C2B-41E1-B244-84A59072FEF4}">
      <dgm:prSet/>
      <dgm:spPr/>
      <dgm:t>
        <a:bodyPr/>
        <a:lstStyle/>
        <a:p>
          <a:endParaRPr lang="en-US"/>
        </a:p>
      </dgm:t>
    </dgm:pt>
    <dgm:pt modelId="{2968EC3C-130A-4CB5-B2EC-2262D9C57FFE}" type="sibTrans" cxnId="{19A306D9-4C2B-41E1-B244-84A59072FEF4}">
      <dgm:prSet/>
      <dgm:spPr/>
      <dgm:t>
        <a:bodyPr/>
        <a:lstStyle/>
        <a:p>
          <a:endParaRPr lang="en-US"/>
        </a:p>
      </dgm:t>
    </dgm:pt>
    <dgm:pt modelId="{9894630A-FE81-451C-A0EE-97B05004EF61}">
      <dgm:prSet/>
      <dgm:spPr/>
      <dgm:t>
        <a:bodyPr/>
        <a:lstStyle/>
        <a:p>
          <a:r>
            <a:rPr lang="en-GB" dirty="0"/>
            <a:t>AI KID</a:t>
          </a:r>
          <a:endParaRPr lang="en-US" dirty="0"/>
        </a:p>
      </dgm:t>
    </dgm:pt>
    <dgm:pt modelId="{E01767C8-5380-4FEF-AE93-178AE733AE77}" type="parTrans" cxnId="{61CAC37F-E910-4E46-82F9-B90A1A666778}">
      <dgm:prSet/>
      <dgm:spPr/>
      <dgm:t>
        <a:bodyPr/>
        <a:lstStyle/>
        <a:p>
          <a:endParaRPr lang="en-US"/>
        </a:p>
      </dgm:t>
    </dgm:pt>
    <dgm:pt modelId="{3CFE2950-AEDB-4DBE-A21A-14892E1D48E6}" type="sibTrans" cxnId="{61CAC37F-E910-4E46-82F9-B90A1A666778}">
      <dgm:prSet/>
      <dgm:spPr/>
      <dgm:t>
        <a:bodyPr/>
        <a:lstStyle/>
        <a:p>
          <a:endParaRPr lang="en-US"/>
        </a:p>
      </dgm:t>
    </dgm:pt>
    <dgm:pt modelId="{FDDB5F00-6A17-419B-BC68-AD6027E469C8}">
      <dgm:prSet phldrT="[Text]" phldr="0"/>
      <dgm:spPr/>
      <dgm:t>
        <a:bodyPr/>
        <a:lstStyle/>
        <a:p>
          <a:r>
            <a:rPr lang="en-GB" dirty="0"/>
            <a:t>SILENT KID</a:t>
          </a:r>
          <a:endParaRPr lang="en-US" dirty="0"/>
        </a:p>
      </dgm:t>
    </dgm:pt>
    <dgm:pt modelId="{AE8D5F30-EF5D-4686-BC63-73936F8953A3}" type="parTrans" cxnId="{2C521177-A839-4900-B728-F56167CEC0AB}">
      <dgm:prSet/>
      <dgm:spPr/>
      <dgm:t>
        <a:bodyPr/>
        <a:lstStyle/>
        <a:p>
          <a:endParaRPr lang="en-US"/>
        </a:p>
      </dgm:t>
    </dgm:pt>
    <dgm:pt modelId="{FA06BCA7-DB0A-4A91-933D-40A49DBF3463}" type="sibTrans" cxnId="{2C521177-A839-4900-B728-F56167CEC0AB}">
      <dgm:prSet/>
      <dgm:spPr/>
      <dgm:t>
        <a:bodyPr/>
        <a:lstStyle/>
        <a:p>
          <a:endParaRPr lang="en-US"/>
        </a:p>
      </dgm:t>
    </dgm:pt>
    <dgm:pt modelId="{E7C4B96E-D45A-4218-ACF7-2CC0157B7D9C}">
      <dgm:prSet/>
      <dgm:spPr/>
      <dgm:t>
        <a:bodyPr/>
        <a:lstStyle/>
        <a:p>
          <a:r>
            <a:rPr lang="en-GB" dirty="0"/>
            <a:t>LAZY KID</a:t>
          </a:r>
          <a:endParaRPr lang="en-US" dirty="0"/>
        </a:p>
      </dgm:t>
    </dgm:pt>
    <dgm:pt modelId="{8EDB7072-4A44-4EE9-91E4-55745DB44C43}" type="parTrans" cxnId="{CB12D6C7-DA7F-4618-8182-66C23E329492}">
      <dgm:prSet/>
      <dgm:spPr/>
      <dgm:t>
        <a:bodyPr/>
        <a:lstStyle/>
        <a:p>
          <a:endParaRPr lang="en-US"/>
        </a:p>
      </dgm:t>
    </dgm:pt>
    <dgm:pt modelId="{2149917E-E229-4792-8B85-52ED0D397D61}" type="sibTrans" cxnId="{CB12D6C7-DA7F-4618-8182-66C23E329492}">
      <dgm:prSet/>
      <dgm:spPr/>
      <dgm:t>
        <a:bodyPr/>
        <a:lstStyle/>
        <a:p>
          <a:endParaRPr lang="en-US"/>
        </a:p>
      </dgm:t>
    </dgm:pt>
    <dgm:pt modelId="{1DF59777-13EF-4D33-82E9-378661387714}">
      <dgm:prSet phldrT="[Text]" phldr="0"/>
      <dgm:spPr/>
      <dgm:t>
        <a:bodyPr/>
        <a:lstStyle/>
        <a:p>
          <a:r>
            <a:rPr lang="en-GB" dirty="0"/>
            <a:t>MOSTLY AVAILABLE</a:t>
          </a:r>
          <a:endParaRPr lang="en-US" dirty="0"/>
        </a:p>
      </dgm:t>
    </dgm:pt>
    <dgm:pt modelId="{C80BE77C-424A-40B2-8389-08A7507D8F52}" type="parTrans" cxnId="{A79CC1AD-E691-48B1-8D9A-CD4AAE7BE50B}">
      <dgm:prSet/>
      <dgm:spPr/>
      <dgm:t>
        <a:bodyPr/>
        <a:lstStyle/>
        <a:p>
          <a:endParaRPr lang="en-US"/>
        </a:p>
      </dgm:t>
    </dgm:pt>
    <dgm:pt modelId="{1B6258F6-0F0D-40A8-955B-A2303D9BC509}" type="sibTrans" cxnId="{A79CC1AD-E691-48B1-8D9A-CD4AAE7BE50B}">
      <dgm:prSet/>
      <dgm:spPr/>
      <dgm:t>
        <a:bodyPr/>
        <a:lstStyle/>
        <a:p>
          <a:endParaRPr lang="en-US"/>
        </a:p>
      </dgm:t>
    </dgm:pt>
    <dgm:pt modelId="{CDEE5831-5D72-4C69-A229-6D496D704B75}">
      <dgm:prSet phldrT="[Text]" phldr="0"/>
      <dgm:spPr/>
      <dgm:t>
        <a:bodyPr/>
        <a:lstStyle/>
        <a:p>
          <a:r>
            <a:rPr lang="en-GB" dirty="0"/>
            <a:t>     </a:t>
          </a:r>
          <a:endParaRPr lang="en-US" dirty="0"/>
        </a:p>
      </dgm:t>
    </dgm:pt>
    <dgm:pt modelId="{2A201538-2CBB-466D-A352-4FFD41BCB5F4}" type="parTrans" cxnId="{38DF4F6F-7B0F-4524-A58B-60786484329F}">
      <dgm:prSet/>
      <dgm:spPr/>
      <dgm:t>
        <a:bodyPr/>
        <a:lstStyle/>
        <a:p>
          <a:endParaRPr lang="en-US"/>
        </a:p>
      </dgm:t>
    </dgm:pt>
    <dgm:pt modelId="{E0F9F06E-DF40-47C3-B9E8-12E5C9A9ACEC}" type="sibTrans" cxnId="{38DF4F6F-7B0F-4524-A58B-60786484329F}">
      <dgm:prSet/>
      <dgm:spPr/>
      <dgm:t>
        <a:bodyPr/>
        <a:lstStyle/>
        <a:p>
          <a:endParaRPr lang="en-US"/>
        </a:p>
      </dgm:t>
    </dgm:pt>
    <dgm:pt modelId="{9862A170-E49F-4A9C-8516-D51DC8B95D7B}">
      <dgm:prSet/>
      <dgm:spPr/>
      <dgm:t>
        <a:bodyPr/>
        <a:lstStyle/>
        <a:p>
          <a:r>
            <a:rPr lang="en-GB" dirty="0"/>
            <a:t>MOSTLY AVAILABLE </a:t>
          </a:r>
          <a:endParaRPr lang="en-US" dirty="0"/>
        </a:p>
      </dgm:t>
    </dgm:pt>
    <dgm:pt modelId="{C672D7DA-001F-44A5-9708-D5C0E1289703}" type="parTrans" cxnId="{DC6EB3EE-B063-40C0-ADDB-0A4875ECAA27}">
      <dgm:prSet/>
      <dgm:spPr/>
      <dgm:t>
        <a:bodyPr/>
        <a:lstStyle/>
        <a:p>
          <a:endParaRPr lang="en-US"/>
        </a:p>
      </dgm:t>
    </dgm:pt>
    <dgm:pt modelId="{B3E66845-5306-423E-808A-D8AC66CD92F5}" type="sibTrans" cxnId="{DC6EB3EE-B063-40C0-ADDB-0A4875ECAA27}">
      <dgm:prSet/>
      <dgm:spPr/>
      <dgm:t>
        <a:bodyPr/>
        <a:lstStyle/>
        <a:p>
          <a:endParaRPr lang="en-US"/>
        </a:p>
      </dgm:t>
    </dgm:pt>
    <dgm:pt modelId="{0B183D21-3C11-49DE-A3F7-6FF4E88FB179}">
      <dgm:prSet/>
      <dgm:spPr/>
      <dgm:t>
        <a:bodyPr/>
        <a:lstStyle/>
        <a:p>
          <a:r>
            <a:rPr lang="en-GB" dirty="0"/>
            <a:t>RELY MOSTLY ON AI </a:t>
          </a:r>
          <a:endParaRPr lang="en-US" dirty="0"/>
        </a:p>
      </dgm:t>
    </dgm:pt>
    <dgm:pt modelId="{2F6F7327-3D12-456D-BCFB-A27216216A06}" type="parTrans" cxnId="{E1E46372-20B4-4FA2-A3F5-183A70878A57}">
      <dgm:prSet/>
      <dgm:spPr/>
      <dgm:t>
        <a:bodyPr/>
        <a:lstStyle/>
        <a:p>
          <a:endParaRPr lang="en-US"/>
        </a:p>
      </dgm:t>
    </dgm:pt>
    <dgm:pt modelId="{80F76099-3521-44E9-A3D2-16E0A9DE23EA}" type="sibTrans" cxnId="{E1E46372-20B4-4FA2-A3F5-183A70878A57}">
      <dgm:prSet/>
      <dgm:spPr/>
      <dgm:t>
        <a:bodyPr/>
        <a:lstStyle/>
        <a:p>
          <a:endParaRPr lang="en-US"/>
        </a:p>
      </dgm:t>
    </dgm:pt>
    <dgm:pt modelId="{B5C54081-60AD-4415-B495-4770B4C6B4E3}">
      <dgm:prSet phldrT="[Text]" phldr="0"/>
      <dgm:spPr/>
      <dgm:t>
        <a:bodyPr/>
        <a:lstStyle/>
        <a:p>
          <a:r>
            <a:rPr lang="en-GB" dirty="0"/>
            <a:t>HARDLY ENGAGE WITH OTHER  MEMBERS </a:t>
          </a:r>
          <a:endParaRPr lang="en-US" dirty="0"/>
        </a:p>
      </dgm:t>
    </dgm:pt>
    <dgm:pt modelId="{D68F7B04-DAEF-48F4-B0B7-C68D8C9D9D32}" type="parTrans" cxnId="{8CFD2405-06AC-4A15-90CD-B40DB3CF0806}">
      <dgm:prSet/>
      <dgm:spPr/>
      <dgm:t>
        <a:bodyPr/>
        <a:lstStyle/>
        <a:p>
          <a:endParaRPr lang="en-US"/>
        </a:p>
      </dgm:t>
    </dgm:pt>
    <dgm:pt modelId="{5555CC14-731D-4955-9FB3-93DCED159B16}" type="sibTrans" cxnId="{8CFD2405-06AC-4A15-90CD-B40DB3CF0806}">
      <dgm:prSet/>
      <dgm:spPr/>
      <dgm:t>
        <a:bodyPr/>
        <a:lstStyle/>
        <a:p>
          <a:endParaRPr lang="en-US"/>
        </a:p>
      </dgm:t>
    </dgm:pt>
    <dgm:pt modelId="{6BB1E083-6BA2-4D23-A899-BBBE5BC0B938}">
      <dgm:prSet/>
      <dgm:spPr/>
      <dgm:t>
        <a:bodyPr/>
        <a:lstStyle/>
        <a:p>
          <a:r>
            <a:rPr lang="en-GB" dirty="0"/>
            <a:t>MISSES THE MEETING MOST OF THE TIME</a:t>
          </a:r>
          <a:endParaRPr lang="en-US" dirty="0"/>
        </a:p>
      </dgm:t>
    </dgm:pt>
    <dgm:pt modelId="{C59CAA26-538B-4569-91B8-69E394DFD0B9}" type="parTrans" cxnId="{382B6805-0863-430F-AD98-B241843CAD18}">
      <dgm:prSet/>
      <dgm:spPr/>
      <dgm:t>
        <a:bodyPr/>
        <a:lstStyle/>
        <a:p>
          <a:endParaRPr lang="en-US"/>
        </a:p>
      </dgm:t>
    </dgm:pt>
    <dgm:pt modelId="{9EF3F2A0-4F2A-4163-AB55-584CBD067FBB}" type="sibTrans" cxnId="{382B6805-0863-430F-AD98-B241843CAD18}">
      <dgm:prSet/>
      <dgm:spPr/>
      <dgm:t>
        <a:bodyPr/>
        <a:lstStyle/>
        <a:p>
          <a:endParaRPr lang="en-US"/>
        </a:p>
      </dgm:t>
    </dgm:pt>
    <dgm:pt modelId="{133EFA19-7317-404B-B023-259EAF1CAF1D}" type="pres">
      <dgm:prSet presAssocID="{0865B408-3CA9-4B9C-8C97-432DA1C2BD67}" presName="Name0" presStyleCnt="0">
        <dgm:presLayoutVars>
          <dgm:dir/>
          <dgm:animLvl val="lvl"/>
          <dgm:resizeHandles val="exact"/>
        </dgm:presLayoutVars>
      </dgm:prSet>
      <dgm:spPr/>
    </dgm:pt>
    <dgm:pt modelId="{AC9077FA-B0D8-453B-87F4-EA3FC891DA0A}" type="pres">
      <dgm:prSet presAssocID="{4AFD199D-9569-4130-A959-69A386598811}" presName="composite" presStyleCnt="0"/>
      <dgm:spPr/>
    </dgm:pt>
    <dgm:pt modelId="{4410C0D8-9742-4DD3-87C2-16DAA3528EC5}" type="pres">
      <dgm:prSet presAssocID="{4AFD199D-9569-4130-A959-69A386598811}" presName="parTx" presStyleLbl="alignNode1" presStyleIdx="0" presStyleCnt="5">
        <dgm:presLayoutVars>
          <dgm:chMax val="0"/>
          <dgm:chPref val="0"/>
          <dgm:bulletEnabled val="1"/>
        </dgm:presLayoutVars>
      </dgm:prSet>
      <dgm:spPr/>
    </dgm:pt>
    <dgm:pt modelId="{C303556D-CA4A-4132-8872-C24D917DEAC0}" type="pres">
      <dgm:prSet presAssocID="{4AFD199D-9569-4130-A959-69A386598811}" presName="desTx" presStyleLbl="alignAccFollowNode1" presStyleIdx="0" presStyleCnt="5">
        <dgm:presLayoutVars>
          <dgm:bulletEnabled val="1"/>
        </dgm:presLayoutVars>
      </dgm:prSet>
      <dgm:spPr/>
    </dgm:pt>
    <dgm:pt modelId="{7EFBA5B5-46D3-4A44-9C8B-2B5CC264A976}" type="pres">
      <dgm:prSet presAssocID="{D79E6167-4C25-4FEB-BACE-7729E53FC102}" presName="space" presStyleCnt="0"/>
      <dgm:spPr/>
    </dgm:pt>
    <dgm:pt modelId="{02BEC39F-744E-465A-934A-090129421977}" type="pres">
      <dgm:prSet presAssocID="{5C27BE3B-BBC9-4548-8891-C60AC48795F2}" presName="composite" presStyleCnt="0"/>
      <dgm:spPr/>
    </dgm:pt>
    <dgm:pt modelId="{0C684679-346D-43BA-8C41-09FB1C3115A8}" type="pres">
      <dgm:prSet presAssocID="{5C27BE3B-BBC9-4548-8891-C60AC48795F2}" presName="parTx" presStyleLbl="alignNode1" presStyleIdx="1" presStyleCnt="5">
        <dgm:presLayoutVars>
          <dgm:chMax val="0"/>
          <dgm:chPref val="0"/>
          <dgm:bulletEnabled val="1"/>
        </dgm:presLayoutVars>
      </dgm:prSet>
      <dgm:spPr/>
    </dgm:pt>
    <dgm:pt modelId="{5EB3FC71-9947-4595-8B93-DA69505EBEA3}" type="pres">
      <dgm:prSet presAssocID="{5C27BE3B-BBC9-4548-8891-C60AC48795F2}" presName="desTx" presStyleLbl="alignAccFollowNode1" presStyleIdx="1" presStyleCnt="5" custLinFactNeighborY="1430">
        <dgm:presLayoutVars>
          <dgm:bulletEnabled val="1"/>
        </dgm:presLayoutVars>
      </dgm:prSet>
      <dgm:spPr/>
    </dgm:pt>
    <dgm:pt modelId="{53678CBB-C078-490E-B02B-A2B2E0976C92}" type="pres">
      <dgm:prSet presAssocID="{B2D35810-DD8F-470F-AF16-73DEFBA0CB6D}" presName="space" presStyleCnt="0"/>
      <dgm:spPr/>
    </dgm:pt>
    <dgm:pt modelId="{571D190E-3B31-4E5A-8B94-416045532946}" type="pres">
      <dgm:prSet presAssocID="{73D74B39-A284-4966-8191-F0AFD9B33BE4}" presName="composite" presStyleCnt="0"/>
      <dgm:spPr/>
    </dgm:pt>
    <dgm:pt modelId="{6BEDA190-DC73-462B-B2F9-AF1AE4A21B84}" type="pres">
      <dgm:prSet presAssocID="{73D74B39-A284-4966-8191-F0AFD9B33BE4}" presName="parTx" presStyleLbl="alignNode1" presStyleIdx="2" presStyleCnt="5">
        <dgm:presLayoutVars>
          <dgm:chMax val="0"/>
          <dgm:chPref val="0"/>
          <dgm:bulletEnabled val="1"/>
        </dgm:presLayoutVars>
      </dgm:prSet>
      <dgm:spPr/>
    </dgm:pt>
    <dgm:pt modelId="{5766140A-7D82-4953-B90A-06E0C5D3A05B}" type="pres">
      <dgm:prSet presAssocID="{73D74B39-A284-4966-8191-F0AFD9B33BE4}" presName="desTx" presStyleLbl="alignAccFollowNode1" presStyleIdx="2" presStyleCnt="5" custLinFactNeighborX="1590">
        <dgm:presLayoutVars>
          <dgm:bulletEnabled val="1"/>
        </dgm:presLayoutVars>
      </dgm:prSet>
      <dgm:spPr/>
    </dgm:pt>
    <dgm:pt modelId="{B23F018E-1E72-4EBB-A1BF-2A6506E4C3F2}" type="pres">
      <dgm:prSet presAssocID="{14DBA6F6-25C0-4EA0-8563-3C2C2BAE3857}" presName="space" presStyleCnt="0"/>
      <dgm:spPr/>
    </dgm:pt>
    <dgm:pt modelId="{68E6DC39-D21D-4FA1-8AA1-66B8B2531FD2}" type="pres">
      <dgm:prSet presAssocID="{32BA920F-9D23-4431-8567-922573BFFF56}" presName="composite" presStyleCnt="0"/>
      <dgm:spPr/>
    </dgm:pt>
    <dgm:pt modelId="{39BAAF44-4931-49BD-B777-AF9B0C9718F0}" type="pres">
      <dgm:prSet presAssocID="{32BA920F-9D23-4431-8567-922573BFFF56}" presName="parTx" presStyleLbl="alignNode1" presStyleIdx="3" presStyleCnt="5">
        <dgm:presLayoutVars>
          <dgm:chMax val="0"/>
          <dgm:chPref val="0"/>
          <dgm:bulletEnabled val="1"/>
        </dgm:presLayoutVars>
      </dgm:prSet>
      <dgm:spPr/>
    </dgm:pt>
    <dgm:pt modelId="{560D04A9-6584-4A44-9962-2EB5CA96B1DE}" type="pres">
      <dgm:prSet presAssocID="{32BA920F-9D23-4431-8567-922573BFFF56}" presName="desTx" presStyleLbl="alignAccFollowNode1" presStyleIdx="3" presStyleCnt="5">
        <dgm:presLayoutVars>
          <dgm:bulletEnabled val="1"/>
        </dgm:presLayoutVars>
      </dgm:prSet>
      <dgm:spPr/>
    </dgm:pt>
    <dgm:pt modelId="{C684A4EC-87EA-40CB-8A2C-17BD00935AF7}" type="pres">
      <dgm:prSet presAssocID="{42A5D69E-7482-47F0-B062-78ABE70883EE}" presName="space" presStyleCnt="0"/>
      <dgm:spPr/>
    </dgm:pt>
    <dgm:pt modelId="{05038D2A-6578-478E-8DBB-595F649DC535}" type="pres">
      <dgm:prSet presAssocID="{F03EE7B6-FA77-4B27-879C-EE4F1D1C963B}" presName="composite" presStyleCnt="0"/>
      <dgm:spPr/>
    </dgm:pt>
    <dgm:pt modelId="{0AF5A0CD-F087-445C-B3F1-34A1E73D4464}" type="pres">
      <dgm:prSet presAssocID="{F03EE7B6-FA77-4B27-879C-EE4F1D1C963B}" presName="parTx" presStyleLbl="alignNode1" presStyleIdx="4" presStyleCnt="5">
        <dgm:presLayoutVars>
          <dgm:chMax val="0"/>
          <dgm:chPref val="0"/>
          <dgm:bulletEnabled val="1"/>
        </dgm:presLayoutVars>
      </dgm:prSet>
      <dgm:spPr/>
    </dgm:pt>
    <dgm:pt modelId="{ADDED17D-EF07-45D9-BB04-91075881C4AF}" type="pres">
      <dgm:prSet presAssocID="{F03EE7B6-FA77-4B27-879C-EE4F1D1C963B}" presName="desTx" presStyleLbl="alignAccFollowNode1" presStyleIdx="4" presStyleCnt="5">
        <dgm:presLayoutVars>
          <dgm:bulletEnabled val="1"/>
        </dgm:presLayoutVars>
      </dgm:prSet>
      <dgm:spPr/>
    </dgm:pt>
  </dgm:ptLst>
  <dgm:cxnLst>
    <dgm:cxn modelId="{21DB7601-719C-49EE-8F08-B170218027C6}" srcId="{4AFD199D-9569-4130-A959-69A386598811}" destId="{78955A8E-78AC-46AD-8D04-28AB15F1E0C6}" srcOrd="0" destOrd="0" parTransId="{4FA504D9-7944-4F04-8086-15AB8EC97072}" sibTransId="{DB0DEBF6-C1E2-49FB-BA46-BC66AC5E114F}"/>
    <dgm:cxn modelId="{8CFD2405-06AC-4A15-90CD-B40DB3CF0806}" srcId="{32BA920F-9D23-4431-8567-922573BFFF56}" destId="{B5C54081-60AD-4415-B495-4770B4C6B4E3}" srcOrd="2" destOrd="0" parTransId="{D68F7B04-DAEF-48F4-B0B7-C68D8C9D9D32}" sibTransId="{5555CC14-731D-4955-9FB3-93DCED159B16}"/>
    <dgm:cxn modelId="{382B6805-0863-430F-AD98-B241843CAD18}" srcId="{F03EE7B6-FA77-4B27-879C-EE4F1D1C963B}" destId="{6BB1E083-6BA2-4D23-A899-BBBE5BC0B938}" srcOrd="2" destOrd="0" parTransId="{C59CAA26-538B-4569-91B8-69E394DFD0B9}" sibTransId="{9EF3F2A0-4F2A-4163-AB55-584CBD067FBB}"/>
    <dgm:cxn modelId="{33796B0C-72AB-4DA1-AA00-BF20F43A18A2}" type="presOf" srcId="{FDDB5F00-6A17-419B-BC68-AD6027E469C8}" destId="{560D04A9-6584-4A44-9962-2EB5CA96B1DE}" srcOrd="0" destOrd="1" presId="urn:microsoft.com/office/officeart/2005/8/layout/hList1"/>
    <dgm:cxn modelId="{B008D40E-F38C-4675-A835-E6E43E75C33C}" type="presOf" srcId="{4AFD199D-9569-4130-A959-69A386598811}" destId="{4410C0D8-9742-4DD3-87C2-16DAA3528EC5}" srcOrd="0" destOrd="0" presId="urn:microsoft.com/office/officeart/2005/8/layout/hList1"/>
    <dgm:cxn modelId="{C7603118-D4BC-466A-B02A-F143E6CF1966}" type="presOf" srcId="{0865B408-3CA9-4B9C-8C97-432DA1C2BD67}" destId="{133EFA19-7317-404B-B023-259EAF1CAF1D}" srcOrd="0" destOrd="0" presId="urn:microsoft.com/office/officeart/2005/8/layout/hList1"/>
    <dgm:cxn modelId="{B936EA37-0089-41AB-9B10-B40DC00EB2EF}" srcId="{0865B408-3CA9-4B9C-8C97-432DA1C2BD67}" destId="{4AFD199D-9569-4130-A959-69A386598811}" srcOrd="0" destOrd="0" parTransId="{0EC8D796-01D1-472F-BDA8-6D725D06985E}" sibTransId="{D79E6167-4C25-4FEB-BACE-7729E53FC102}"/>
    <dgm:cxn modelId="{358CEB5E-2131-44A4-BA9A-04D6B2DFF00A}" type="presOf" srcId="{5C27BE3B-BBC9-4548-8891-C60AC48795F2}" destId="{0C684679-346D-43BA-8C41-09FB1C3115A8}" srcOrd="0" destOrd="0" presId="urn:microsoft.com/office/officeart/2005/8/layout/hList1"/>
    <dgm:cxn modelId="{93AB3D45-32C8-4B9D-B44C-5241C4CB245C}" type="presOf" srcId="{F03EE7B6-FA77-4B27-879C-EE4F1D1C963B}" destId="{0AF5A0CD-F087-445C-B3F1-34A1E73D4464}" srcOrd="0" destOrd="0" presId="urn:microsoft.com/office/officeart/2005/8/layout/hList1"/>
    <dgm:cxn modelId="{E0585067-5FC6-43C8-B499-40A98D235DF6}" type="presOf" srcId="{6BB1E083-6BA2-4D23-A899-BBBE5BC0B938}" destId="{ADDED17D-EF07-45D9-BB04-91075881C4AF}" srcOrd="0" destOrd="2" presId="urn:microsoft.com/office/officeart/2005/8/layout/hList1"/>
    <dgm:cxn modelId="{5F1E8A67-5761-4C03-9676-CB704943A4C8}" type="presOf" srcId="{78955A8E-78AC-46AD-8D04-28AB15F1E0C6}" destId="{C303556D-CA4A-4132-8872-C24D917DEAC0}" srcOrd="0" destOrd="0" presId="urn:microsoft.com/office/officeart/2005/8/layout/hList1"/>
    <dgm:cxn modelId="{FCCA854B-0BD0-4D55-B9AD-16A5DE47C4D3}" type="presOf" srcId="{62E62224-F5C2-44E6-BDF4-4196329CA0D5}" destId="{5EB3FC71-9947-4595-8B93-DA69505EBEA3}" srcOrd="0" destOrd="0" presId="urn:microsoft.com/office/officeart/2005/8/layout/hList1"/>
    <dgm:cxn modelId="{D192AC6D-C7A2-41B7-8D23-ED8AF701C775}" srcId="{5C27BE3B-BBC9-4548-8891-C60AC48795F2}" destId="{DADA8F42-49A9-4B8D-8229-9529FC4FAC22}" srcOrd="1" destOrd="0" parTransId="{913650FE-7FE4-4EF6-B9D5-EB333A7EE099}" sibTransId="{4728A38F-9548-42E7-9243-C4D0C46F675E}"/>
    <dgm:cxn modelId="{555CC64D-2D9C-43D7-B519-1E1FA9DEE5AF}" type="presOf" srcId="{E7C4B96E-D45A-4218-ACF7-2CC0157B7D9C}" destId="{ADDED17D-EF07-45D9-BB04-91075881C4AF}" srcOrd="0" destOrd="1" presId="urn:microsoft.com/office/officeart/2005/8/layout/hList1"/>
    <dgm:cxn modelId="{38DF4F6F-7B0F-4524-A58B-60786484329F}" srcId="{4AFD199D-9569-4130-A959-69A386598811}" destId="{CDEE5831-5D72-4C69-A229-6D496D704B75}" srcOrd="3" destOrd="0" parTransId="{2A201538-2CBB-466D-A352-4FFD41BCB5F4}" sibTransId="{E0F9F06E-DF40-47C3-B9E8-12E5C9A9ACEC}"/>
    <dgm:cxn modelId="{AA6C0E72-38C0-44C2-8D4A-AB2617F4E971}" srcId="{4AFD199D-9569-4130-A959-69A386598811}" destId="{30F14890-52B5-4AE9-9536-A24AC7F1C929}" srcOrd="1" destOrd="0" parTransId="{7912867E-23BF-4416-8700-C2464B3DBDF8}" sibTransId="{70E925F3-DC9D-4AD7-8E38-FFA9E8A72A13}"/>
    <dgm:cxn modelId="{E1E46372-20B4-4FA2-A3F5-183A70878A57}" srcId="{73D74B39-A284-4966-8191-F0AFD9B33BE4}" destId="{0B183D21-3C11-49DE-A3F7-6FF4E88FB179}" srcOrd="2" destOrd="0" parTransId="{2F6F7327-3D12-456D-BCFB-A27216216A06}" sibTransId="{80F76099-3521-44E9-A3D2-16E0A9DE23EA}"/>
    <dgm:cxn modelId="{73680076-5B5D-4EF2-AAA3-60DEEC89E80D}" type="presOf" srcId="{30F14890-52B5-4AE9-9536-A24AC7F1C929}" destId="{C303556D-CA4A-4132-8872-C24D917DEAC0}" srcOrd="0" destOrd="1" presId="urn:microsoft.com/office/officeart/2005/8/layout/hList1"/>
    <dgm:cxn modelId="{2C521177-A839-4900-B728-F56167CEC0AB}" srcId="{32BA920F-9D23-4431-8567-922573BFFF56}" destId="{FDDB5F00-6A17-419B-BC68-AD6027E469C8}" srcOrd="1" destOrd="0" parTransId="{AE8D5F30-EF5D-4686-BC63-73936F8953A3}" sibTransId="{FA06BCA7-DB0A-4A91-933D-40A49DBF3463}"/>
    <dgm:cxn modelId="{61CAC37F-E910-4E46-82F9-B90A1A666778}" srcId="{73D74B39-A284-4966-8191-F0AFD9B33BE4}" destId="{9894630A-FE81-451C-A0EE-97B05004EF61}" srcOrd="1" destOrd="0" parTransId="{E01767C8-5380-4FEF-AE93-178AE733AE77}" sibTransId="{3CFE2950-AEDB-4DBE-A21A-14892E1D48E6}"/>
    <dgm:cxn modelId="{54435086-8BAF-46B3-BAFD-7147356001E2}" type="presOf" srcId="{9862A170-E49F-4A9C-8516-D51DC8B95D7B}" destId="{5EB3FC71-9947-4595-8B93-DA69505EBEA3}" srcOrd="0" destOrd="2" presId="urn:microsoft.com/office/officeart/2005/8/layout/hList1"/>
    <dgm:cxn modelId="{7BDA7B88-3CA4-45CF-AD00-1B696405ADC0}" type="presOf" srcId="{CDEE5831-5D72-4C69-A229-6D496D704B75}" destId="{C303556D-CA4A-4132-8872-C24D917DEAC0}" srcOrd="0" destOrd="3" presId="urn:microsoft.com/office/officeart/2005/8/layout/hList1"/>
    <dgm:cxn modelId="{98F43C8C-6706-43B8-80E1-CCF7A230DC8A}" srcId="{0865B408-3CA9-4B9C-8C97-432DA1C2BD67}" destId="{32BA920F-9D23-4431-8567-922573BFFF56}" srcOrd="3" destOrd="0" parTransId="{3E21581B-3EE1-4C60-ADE7-EDA3F0A840CF}" sibTransId="{42A5D69E-7482-47F0-B062-78ABE70883EE}"/>
    <dgm:cxn modelId="{66C7448F-0EAB-4706-9C34-FBAA657559D2}" type="presOf" srcId="{B5C54081-60AD-4415-B495-4770B4C6B4E3}" destId="{560D04A9-6584-4A44-9962-2EB5CA96B1DE}" srcOrd="0" destOrd="2" presId="urn:microsoft.com/office/officeart/2005/8/layout/hList1"/>
    <dgm:cxn modelId="{0962899E-97B7-4ED0-BED3-B54E350AE4DD}" srcId="{32BA920F-9D23-4431-8567-922573BFFF56}" destId="{95E5CEFE-A438-437B-A50D-CB7CAF27021F}" srcOrd="0" destOrd="0" parTransId="{C1D4493F-6FB4-423E-A0FF-5DA7EB07ECE1}" sibTransId="{A58706D1-A6DE-4525-90CF-502652673C5C}"/>
    <dgm:cxn modelId="{91D849A8-8FC2-4C0F-8A52-7DCB74467341}" type="presOf" srcId="{5BBA770D-9C31-4FF1-AEAD-C91768049064}" destId="{ADDED17D-EF07-45D9-BB04-91075881C4AF}" srcOrd="0" destOrd="0" presId="urn:microsoft.com/office/officeart/2005/8/layout/hList1"/>
    <dgm:cxn modelId="{65335AA8-C14F-43C7-93B2-D919A5F810B5}" srcId="{5C27BE3B-BBC9-4548-8891-C60AC48795F2}" destId="{62E62224-F5C2-44E6-BDF4-4196329CA0D5}" srcOrd="0" destOrd="0" parTransId="{B2B4CA96-666B-4E0E-A6BE-CDB3F18BF4BE}" sibTransId="{49BE5EED-08B9-4CA8-BEC1-04C781BC53F0}"/>
    <dgm:cxn modelId="{AA28C0AB-4BB2-4F06-8049-6E6392E9FAC0}" srcId="{F03EE7B6-FA77-4B27-879C-EE4F1D1C963B}" destId="{5BBA770D-9C31-4FF1-AEAD-C91768049064}" srcOrd="0" destOrd="0" parTransId="{B07A8B04-3AA1-4A34-80C5-0059353DE94A}" sibTransId="{57DD0799-3889-4AFC-81DB-EA819E8EB29F}"/>
    <dgm:cxn modelId="{A79CC1AD-E691-48B1-8D9A-CD4AAE7BE50B}" srcId="{4AFD199D-9569-4130-A959-69A386598811}" destId="{1DF59777-13EF-4D33-82E9-378661387714}" srcOrd="2" destOrd="0" parTransId="{C80BE77C-424A-40B2-8389-08A7507D8F52}" sibTransId="{1B6258F6-0F0D-40A8-955B-A2303D9BC509}"/>
    <dgm:cxn modelId="{E6E12AC5-2797-441E-8C18-A62C7FD10440}" type="presOf" srcId="{FA900255-71DD-49EA-9473-03D160659183}" destId="{5766140A-7D82-4953-B90A-06E0C5D3A05B}" srcOrd="0" destOrd="0" presId="urn:microsoft.com/office/officeart/2005/8/layout/hList1"/>
    <dgm:cxn modelId="{CB12D6C7-DA7F-4618-8182-66C23E329492}" srcId="{F03EE7B6-FA77-4B27-879C-EE4F1D1C963B}" destId="{E7C4B96E-D45A-4218-ACF7-2CC0157B7D9C}" srcOrd="1" destOrd="0" parTransId="{8EDB7072-4A44-4EE9-91E4-55745DB44C43}" sibTransId="{2149917E-E229-4792-8B85-52ED0D397D61}"/>
    <dgm:cxn modelId="{CC0FE9D1-98FA-4366-84DF-9AF15BFB85A6}" type="presOf" srcId="{73D74B39-A284-4966-8191-F0AFD9B33BE4}" destId="{6BEDA190-DC73-462B-B2F9-AF1AE4A21B84}" srcOrd="0" destOrd="0" presId="urn:microsoft.com/office/officeart/2005/8/layout/hList1"/>
    <dgm:cxn modelId="{4516DAD6-896A-4907-B7D2-272ADD321CC5}" type="presOf" srcId="{9894630A-FE81-451C-A0EE-97B05004EF61}" destId="{5766140A-7D82-4953-B90A-06E0C5D3A05B}" srcOrd="0" destOrd="1" presId="urn:microsoft.com/office/officeart/2005/8/layout/hList1"/>
    <dgm:cxn modelId="{19A306D9-4C2B-41E1-B244-84A59072FEF4}" srcId="{73D74B39-A284-4966-8191-F0AFD9B33BE4}" destId="{FA900255-71DD-49EA-9473-03D160659183}" srcOrd="0" destOrd="0" parTransId="{9A65E5A5-4035-4C6E-8C1E-2B64E3DF839C}" sibTransId="{2968EC3C-130A-4CB5-B2EC-2262D9C57FFE}"/>
    <dgm:cxn modelId="{DF1209DD-8A29-4008-AA4C-893DDE4F7734}" type="presOf" srcId="{32BA920F-9D23-4431-8567-922573BFFF56}" destId="{39BAAF44-4931-49BD-B777-AF9B0C9718F0}" srcOrd="0" destOrd="0" presId="urn:microsoft.com/office/officeart/2005/8/layout/hList1"/>
    <dgm:cxn modelId="{01E219DE-C83D-4A85-AA1C-3B40C1009338}" srcId="{0865B408-3CA9-4B9C-8C97-432DA1C2BD67}" destId="{F03EE7B6-FA77-4B27-879C-EE4F1D1C963B}" srcOrd="4" destOrd="0" parTransId="{F80C76A8-1A6A-4592-A600-13D8C28F55FA}" sibTransId="{AEA44396-1728-4620-952D-CECD2B91AD20}"/>
    <dgm:cxn modelId="{A569B4DF-7349-4016-A79D-B991C0925B06}" srcId="{0865B408-3CA9-4B9C-8C97-432DA1C2BD67}" destId="{73D74B39-A284-4966-8191-F0AFD9B33BE4}" srcOrd="2" destOrd="0" parTransId="{1228BF18-7066-48AB-98E4-7BD8A7D8BDB6}" sibTransId="{14DBA6F6-25C0-4EA0-8563-3C2C2BAE3857}"/>
    <dgm:cxn modelId="{B8E8C4E0-513C-48CB-9921-2B09B2EFB057}" type="presOf" srcId="{DADA8F42-49A9-4B8D-8229-9529FC4FAC22}" destId="{5EB3FC71-9947-4595-8B93-DA69505EBEA3}" srcOrd="0" destOrd="1" presId="urn:microsoft.com/office/officeart/2005/8/layout/hList1"/>
    <dgm:cxn modelId="{DC6EB3EE-B063-40C0-ADDB-0A4875ECAA27}" srcId="{5C27BE3B-BBC9-4548-8891-C60AC48795F2}" destId="{9862A170-E49F-4A9C-8516-D51DC8B95D7B}" srcOrd="2" destOrd="0" parTransId="{C672D7DA-001F-44A5-9708-D5C0E1289703}" sibTransId="{B3E66845-5306-423E-808A-D8AC66CD92F5}"/>
    <dgm:cxn modelId="{A36427EF-5935-494E-AED1-4C172B7D86EB}" type="presOf" srcId="{0B183D21-3C11-49DE-A3F7-6FF4E88FB179}" destId="{5766140A-7D82-4953-B90A-06E0C5D3A05B}" srcOrd="0" destOrd="2" presId="urn:microsoft.com/office/officeart/2005/8/layout/hList1"/>
    <dgm:cxn modelId="{A63C88F5-703E-4FC4-B1E5-94B3384648D8}" srcId="{0865B408-3CA9-4B9C-8C97-432DA1C2BD67}" destId="{5C27BE3B-BBC9-4548-8891-C60AC48795F2}" srcOrd="1" destOrd="0" parTransId="{26D70418-F239-4864-B9C8-27382D7E6652}" sibTransId="{B2D35810-DD8F-470F-AF16-73DEFBA0CB6D}"/>
    <dgm:cxn modelId="{B8E079FE-298A-491D-A9BF-78E95F0C9197}" type="presOf" srcId="{95E5CEFE-A438-437B-A50D-CB7CAF27021F}" destId="{560D04A9-6584-4A44-9962-2EB5CA96B1DE}" srcOrd="0" destOrd="0" presId="urn:microsoft.com/office/officeart/2005/8/layout/hList1"/>
    <dgm:cxn modelId="{44C142FF-2CC8-49BB-B771-0A159D5C7B60}" type="presOf" srcId="{1DF59777-13EF-4D33-82E9-378661387714}" destId="{C303556D-CA4A-4132-8872-C24D917DEAC0}" srcOrd="0" destOrd="2" presId="urn:microsoft.com/office/officeart/2005/8/layout/hList1"/>
    <dgm:cxn modelId="{89966501-D274-4661-8DDD-8484FA12DB27}" type="presParOf" srcId="{133EFA19-7317-404B-B023-259EAF1CAF1D}" destId="{AC9077FA-B0D8-453B-87F4-EA3FC891DA0A}" srcOrd="0" destOrd="0" presId="urn:microsoft.com/office/officeart/2005/8/layout/hList1"/>
    <dgm:cxn modelId="{8A47894F-E31F-48BB-82E4-C73448469015}" type="presParOf" srcId="{AC9077FA-B0D8-453B-87F4-EA3FC891DA0A}" destId="{4410C0D8-9742-4DD3-87C2-16DAA3528EC5}" srcOrd="0" destOrd="0" presId="urn:microsoft.com/office/officeart/2005/8/layout/hList1"/>
    <dgm:cxn modelId="{0C006490-C541-4A31-B5AE-1C9612F94B70}" type="presParOf" srcId="{AC9077FA-B0D8-453B-87F4-EA3FC891DA0A}" destId="{C303556D-CA4A-4132-8872-C24D917DEAC0}" srcOrd="1" destOrd="0" presId="urn:microsoft.com/office/officeart/2005/8/layout/hList1"/>
    <dgm:cxn modelId="{37D06F9C-5AEB-4632-867D-BC08A3C1C705}" type="presParOf" srcId="{133EFA19-7317-404B-B023-259EAF1CAF1D}" destId="{7EFBA5B5-46D3-4A44-9C8B-2B5CC264A976}" srcOrd="1" destOrd="0" presId="urn:microsoft.com/office/officeart/2005/8/layout/hList1"/>
    <dgm:cxn modelId="{317A95F4-55FE-440E-9A6E-72C16A9DF19D}" type="presParOf" srcId="{133EFA19-7317-404B-B023-259EAF1CAF1D}" destId="{02BEC39F-744E-465A-934A-090129421977}" srcOrd="2" destOrd="0" presId="urn:microsoft.com/office/officeart/2005/8/layout/hList1"/>
    <dgm:cxn modelId="{9236DC23-BA44-4E7E-A12A-A134D2076DCD}" type="presParOf" srcId="{02BEC39F-744E-465A-934A-090129421977}" destId="{0C684679-346D-43BA-8C41-09FB1C3115A8}" srcOrd="0" destOrd="0" presId="urn:microsoft.com/office/officeart/2005/8/layout/hList1"/>
    <dgm:cxn modelId="{10720CB0-852C-447D-A0B4-3DDCF4FE0FDB}" type="presParOf" srcId="{02BEC39F-744E-465A-934A-090129421977}" destId="{5EB3FC71-9947-4595-8B93-DA69505EBEA3}" srcOrd="1" destOrd="0" presId="urn:microsoft.com/office/officeart/2005/8/layout/hList1"/>
    <dgm:cxn modelId="{8C511399-FE3A-4157-B73F-E8D19E16277A}" type="presParOf" srcId="{133EFA19-7317-404B-B023-259EAF1CAF1D}" destId="{53678CBB-C078-490E-B02B-A2B2E0976C92}" srcOrd="3" destOrd="0" presId="urn:microsoft.com/office/officeart/2005/8/layout/hList1"/>
    <dgm:cxn modelId="{D3E62536-9D7A-4524-8FA7-62954A92941F}" type="presParOf" srcId="{133EFA19-7317-404B-B023-259EAF1CAF1D}" destId="{571D190E-3B31-4E5A-8B94-416045532946}" srcOrd="4" destOrd="0" presId="urn:microsoft.com/office/officeart/2005/8/layout/hList1"/>
    <dgm:cxn modelId="{50EF84F3-5398-4593-837A-4390C367AC8F}" type="presParOf" srcId="{571D190E-3B31-4E5A-8B94-416045532946}" destId="{6BEDA190-DC73-462B-B2F9-AF1AE4A21B84}" srcOrd="0" destOrd="0" presId="urn:microsoft.com/office/officeart/2005/8/layout/hList1"/>
    <dgm:cxn modelId="{1D1B8327-1499-41F8-B4EB-593785FF11FD}" type="presParOf" srcId="{571D190E-3B31-4E5A-8B94-416045532946}" destId="{5766140A-7D82-4953-B90A-06E0C5D3A05B}" srcOrd="1" destOrd="0" presId="urn:microsoft.com/office/officeart/2005/8/layout/hList1"/>
    <dgm:cxn modelId="{27801E5C-8D5E-4B82-9653-E3DE4350C903}" type="presParOf" srcId="{133EFA19-7317-404B-B023-259EAF1CAF1D}" destId="{B23F018E-1E72-4EBB-A1BF-2A6506E4C3F2}" srcOrd="5" destOrd="0" presId="urn:microsoft.com/office/officeart/2005/8/layout/hList1"/>
    <dgm:cxn modelId="{C2B02395-00F9-46D8-9C95-633F0495782F}" type="presParOf" srcId="{133EFA19-7317-404B-B023-259EAF1CAF1D}" destId="{68E6DC39-D21D-4FA1-8AA1-66B8B2531FD2}" srcOrd="6" destOrd="0" presId="urn:microsoft.com/office/officeart/2005/8/layout/hList1"/>
    <dgm:cxn modelId="{38BBF327-A2DD-4D1D-B139-10BE96D6C555}" type="presParOf" srcId="{68E6DC39-D21D-4FA1-8AA1-66B8B2531FD2}" destId="{39BAAF44-4931-49BD-B777-AF9B0C9718F0}" srcOrd="0" destOrd="0" presId="urn:microsoft.com/office/officeart/2005/8/layout/hList1"/>
    <dgm:cxn modelId="{245AE189-AA33-4539-B5E1-04769B3596C3}" type="presParOf" srcId="{68E6DC39-D21D-4FA1-8AA1-66B8B2531FD2}" destId="{560D04A9-6584-4A44-9962-2EB5CA96B1DE}" srcOrd="1" destOrd="0" presId="urn:microsoft.com/office/officeart/2005/8/layout/hList1"/>
    <dgm:cxn modelId="{45074F74-879A-4EC0-B269-F195628701C9}" type="presParOf" srcId="{133EFA19-7317-404B-B023-259EAF1CAF1D}" destId="{C684A4EC-87EA-40CB-8A2C-17BD00935AF7}" srcOrd="7" destOrd="0" presId="urn:microsoft.com/office/officeart/2005/8/layout/hList1"/>
    <dgm:cxn modelId="{4216C64B-4194-4FB9-9473-FE451B778C9E}" type="presParOf" srcId="{133EFA19-7317-404B-B023-259EAF1CAF1D}" destId="{05038D2A-6578-478E-8DBB-595F649DC535}" srcOrd="8" destOrd="0" presId="urn:microsoft.com/office/officeart/2005/8/layout/hList1"/>
    <dgm:cxn modelId="{7FC48344-70C4-4161-974A-E0D29182647C}" type="presParOf" srcId="{05038D2A-6578-478E-8DBB-595F649DC535}" destId="{0AF5A0CD-F087-445C-B3F1-34A1E73D4464}" srcOrd="0" destOrd="0" presId="urn:microsoft.com/office/officeart/2005/8/layout/hList1"/>
    <dgm:cxn modelId="{B3C50D89-9784-40FB-AD21-DD45136554CC}" type="presParOf" srcId="{05038D2A-6578-478E-8DBB-595F649DC535}" destId="{ADDED17D-EF07-45D9-BB04-91075881C4A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10C0D8-9742-4DD3-87C2-16DAA3528EC5}">
      <dsp:nvSpPr>
        <dsp:cNvPr id="0" name=""/>
        <dsp:cNvSpPr/>
      </dsp:nvSpPr>
      <dsp:spPr>
        <a:xfrm>
          <a:off x="2679" y="1754965"/>
          <a:ext cx="1027199" cy="345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GB" sz="1200" kern="1200" dirty="0"/>
            <a:t>MEMBER 1</a:t>
          </a:r>
          <a:endParaRPr lang="en-US" sz="1200" kern="1200" dirty="0"/>
        </a:p>
      </dsp:txBody>
      <dsp:txXfrm>
        <a:off x="2679" y="1754965"/>
        <a:ext cx="1027199" cy="345600"/>
      </dsp:txXfrm>
    </dsp:sp>
    <dsp:sp modelId="{C303556D-CA4A-4132-8872-C24D917DEAC0}">
      <dsp:nvSpPr>
        <dsp:cNvPr id="0" name=""/>
        <dsp:cNvSpPr/>
      </dsp:nvSpPr>
      <dsp:spPr>
        <a:xfrm>
          <a:off x="2679" y="2100565"/>
          <a:ext cx="1027199" cy="139274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8/10</a:t>
          </a:r>
          <a:endParaRPr lang="en-US" sz="1200" kern="1200" dirty="0"/>
        </a:p>
        <a:p>
          <a:pPr marL="114300" lvl="1" indent="-114300" algn="l" defTabSz="533400">
            <a:lnSpc>
              <a:spcPct val="90000"/>
            </a:lnSpc>
            <a:spcBef>
              <a:spcPct val="0"/>
            </a:spcBef>
            <a:spcAft>
              <a:spcPct val="15000"/>
            </a:spcAft>
            <a:buChar char="•"/>
          </a:pPr>
          <a:r>
            <a:rPr lang="en-GB" sz="1200" kern="1200" dirty="0"/>
            <a:t>LEADER</a:t>
          </a:r>
          <a:endParaRPr lang="en-US" sz="1200" kern="1200" dirty="0"/>
        </a:p>
        <a:p>
          <a:pPr marL="114300" lvl="1" indent="-114300" algn="l" defTabSz="533400">
            <a:lnSpc>
              <a:spcPct val="90000"/>
            </a:lnSpc>
            <a:spcBef>
              <a:spcPct val="0"/>
            </a:spcBef>
            <a:spcAft>
              <a:spcPct val="15000"/>
            </a:spcAft>
            <a:buChar char="•"/>
          </a:pPr>
          <a:r>
            <a:rPr lang="en-GB" sz="1200" kern="1200" dirty="0"/>
            <a:t>MOSTLY AVAILABLE</a:t>
          </a:r>
          <a:endParaRPr lang="en-US" sz="1200" kern="1200" dirty="0"/>
        </a:p>
        <a:p>
          <a:pPr marL="114300" lvl="1" indent="-114300" algn="l" defTabSz="533400">
            <a:lnSpc>
              <a:spcPct val="90000"/>
            </a:lnSpc>
            <a:spcBef>
              <a:spcPct val="0"/>
            </a:spcBef>
            <a:spcAft>
              <a:spcPct val="15000"/>
            </a:spcAft>
            <a:buChar char="•"/>
          </a:pPr>
          <a:r>
            <a:rPr lang="en-GB" sz="1200" kern="1200" dirty="0"/>
            <a:t>     </a:t>
          </a:r>
          <a:endParaRPr lang="en-US" sz="1200" kern="1200" dirty="0"/>
        </a:p>
      </dsp:txBody>
      <dsp:txXfrm>
        <a:off x="2679" y="2100565"/>
        <a:ext cx="1027199" cy="1392744"/>
      </dsp:txXfrm>
    </dsp:sp>
    <dsp:sp modelId="{0C684679-346D-43BA-8C41-09FB1C3115A8}">
      <dsp:nvSpPr>
        <dsp:cNvPr id="0" name=""/>
        <dsp:cNvSpPr/>
      </dsp:nvSpPr>
      <dsp:spPr>
        <a:xfrm>
          <a:off x="1173686" y="1754965"/>
          <a:ext cx="1027199" cy="345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GB" sz="1200" kern="1200" dirty="0"/>
            <a:t>MEMBER 2</a:t>
          </a:r>
          <a:endParaRPr lang="en-US" sz="1200" kern="1200" dirty="0"/>
        </a:p>
      </dsp:txBody>
      <dsp:txXfrm>
        <a:off x="1173686" y="1754965"/>
        <a:ext cx="1027199" cy="345600"/>
      </dsp:txXfrm>
    </dsp:sp>
    <dsp:sp modelId="{5EB3FC71-9947-4595-8B93-DA69505EBEA3}">
      <dsp:nvSpPr>
        <dsp:cNvPr id="0" name=""/>
        <dsp:cNvSpPr/>
      </dsp:nvSpPr>
      <dsp:spPr>
        <a:xfrm>
          <a:off x="1173686" y="2120481"/>
          <a:ext cx="1027199" cy="139274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8/10</a:t>
          </a:r>
          <a:endParaRPr lang="en-US" sz="1200" kern="1200" dirty="0"/>
        </a:p>
        <a:p>
          <a:pPr marL="114300" lvl="1" indent="-114300" algn="l" defTabSz="533400">
            <a:lnSpc>
              <a:spcPct val="90000"/>
            </a:lnSpc>
            <a:spcBef>
              <a:spcPct val="0"/>
            </a:spcBef>
            <a:spcAft>
              <a:spcPct val="15000"/>
            </a:spcAft>
            <a:buChar char="•"/>
          </a:pPr>
          <a:r>
            <a:rPr lang="en-GB" sz="1200" kern="1200" dirty="0"/>
            <a:t>MAIN KID</a:t>
          </a:r>
          <a:endParaRPr lang="en-US" sz="1200" kern="1200" dirty="0"/>
        </a:p>
        <a:p>
          <a:pPr marL="114300" lvl="1" indent="-114300" algn="l" defTabSz="533400">
            <a:lnSpc>
              <a:spcPct val="90000"/>
            </a:lnSpc>
            <a:spcBef>
              <a:spcPct val="0"/>
            </a:spcBef>
            <a:spcAft>
              <a:spcPct val="15000"/>
            </a:spcAft>
            <a:buChar char="•"/>
          </a:pPr>
          <a:r>
            <a:rPr lang="en-GB" sz="1200" kern="1200" dirty="0"/>
            <a:t>MOSTLY AVAILABLE </a:t>
          </a:r>
          <a:endParaRPr lang="en-US" sz="1200" kern="1200" dirty="0"/>
        </a:p>
      </dsp:txBody>
      <dsp:txXfrm>
        <a:off x="1173686" y="2120481"/>
        <a:ext cx="1027199" cy="1392744"/>
      </dsp:txXfrm>
    </dsp:sp>
    <dsp:sp modelId="{6BEDA190-DC73-462B-B2F9-AF1AE4A21B84}">
      <dsp:nvSpPr>
        <dsp:cNvPr id="0" name=""/>
        <dsp:cNvSpPr/>
      </dsp:nvSpPr>
      <dsp:spPr>
        <a:xfrm>
          <a:off x="2344693" y="1754965"/>
          <a:ext cx="1027199" cy="345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GB" sz="1200" kern="1200" dirty="0"/>
            <a:t>MEMBER 3</a:t>
          </a:r>
          <a:endParaRPr lang="en-US" sz="1200" kern="1200" dirty="0"/>
        </a:p>
      </dsp:txBody>
      <dsp:txXfrm>
        <a:off x="2344693" y="1754965"/>
        <a:ext cx="1027199" cy="345600"/>
      </dsp:txXfrm>
    </dsp:sp>
    <dsp:sp modelId="{5766140A-7D82-4953-B90A-06E0C5D3A05B}">
      <dsp:nvSpPr>
        <dsp:cNvPr id="0" name=""/>
        <dsp:cNvSpPr/>
      </dsp:nvSpPr>
      <dsp:spPr>
        <a:xfrm>
          <a:off x="2361026" y="2100565"/>
          <a:ext cx="1027199" cy="139274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5/10</a:t>
          </a:r>
          <a:endParaRPr lang="en-US" sz="1200" kern="1200" dirty="0"/>
        </a:p>
        <a:p>
          <a:pPr marL="114300" lvl="1" indent="-114300" algn="l" defTabSz="533400">
            <a:lnSpc>
              <a:spcPct val="90000"/>
            </a:lnSpc>
            <a:spcBef>
              <a:spcPct val="0"/>
            </a:spcBef>
            <a:spcAft>
              <a:spcPct val="15000"/>
            </a:spcAft>
            <a:buChar char="•"/>
          </a:pPr>
          <a:r>
            <a:rPr lang="en-GB" sz="1200" kern="1200" dirty="0"/>
            <a:t>AI KID</a:t>
          </a:r>
          <a:endParaRPr lang="en-US" sz="1200" kern="1200" dirty="0"/>
        </a:p>
        <a:p>
          <a:pPr marL="114300" lvl="1" indent="-114300" algn="l" defTabSz="533400">
            <a:lnSpc>
              <a:spcPct val="90000"/>
            </a:lnSpc>
            <a:spcBef>
              <a:spcPct val="0"/>
            </a:spcBef>
            <a:spcAft>
              <a:spcPct val="15000"/>
            </a:spcAft>
            <a:buChar char="•"/>
          </a:pPr>
          <a:r>
            <a:rPr lang="en-GB" sz="1200" kern="1200" dirty="0"/>
            <a:t>RELY MOSTLY ON AI </a:t>
          </a:r>
          <a:endParaRPr lang="en-US" sz="1200" kern="1200" dirty="0"/>
        </a:p>
      </dsp:txBody>
      <dsp:txXfrm>
        <a:off x="2361026" y="2100565"/>
        <a:ext cx="1027199" cy="1392744"/>
      </dsp:txXfrm>
    </dsp:sp>
    <dsp:sp modelId="{39BAAF44-4931-49BD-B777-AF9B0C9718F0}">
      <dsp:nvSpPr>
        <dsp:cNvPr id="0" name=""/>
        <dsp:cNvSpPr/>
      </dsp:nvSpPr>
      <dsp:spPr>
        <a:xfrm>
          <a:off x="3515701" y="1754965"/>
          <a:ext cx="1027199" cy="345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GB" sz="1200" kern="1200" dirty="0"/>
            <a:t>MEMBER 4</a:t>
          </a:r>
          <a:endParaRPr lang="en-US" sz="1200" kern="1200" dirty="0"/>
        </a:p>
      </dsp:txBody>
      <dsp:txXfrm>
        <a:off x="3515701" y="1754965"/>
        <a:ext cx="1027199" cy="345600"/>
      </dsp:txXfrm>
    </dsp:sp>
    <dsp:sp modelId="{560D04A9-6584-4A44-9962-2EB5CA96B1DE}">
      <dsp:nvSpPr>
        <dsp:cNvPr id="0" name=""/>
        <dsp:cNvSpPr/>
      </dsp:nvSpPr>
      <dsp:spPr>
        <a:xfrm>
          <a:off x="3515701" y="2100565"/>
          <a:ext cx="1027199" cy="139274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6/10</a:t>
          </a:r>
          <a:endParaRPr lang="en-US" sz="1200" kern="1200" dirty="0"/>
        </a:p>
        <a:p>
          <a:pPr marL="114300" lvl="1" indent="-114300" algn="l" defTabSz="533400">
            <a:lnSpc>
              <a:spcPct val="90000"/>
            </a:lnSpc>
            <a:spcBef>
              <a:spcPct val="0"/>
            </a:spcBef>
            <a:spcAft>
              <a:spcPct val="15000"/>
            </a:spcAft>
            <a:buChar char="•"/>
          </a:pPr>
          <a:r>
            <a:rPr lang="en-GB" sz="1200" kern="1200" dirty="0"/>
            <a:t>SILENT KID</a:t>
          </a:r>
          <a:endParaRPr lang="en-US" sz="1200" kern="1200" dirty="0"/>
        </a:p>
        <a:p>
          <a:pPr marL="114300" lvl="1" indent="-114300" algn="l" defTabSz="533400">
            <a:lnSpc>
              <a:spcPct val="90000"/>
            </a:lnSpc>
            <a:spcBef>
              <a:spcPct val="0"/>
            </a:spcBef>
            <a:spcAft>
              <a:spcPct val="15000"/>
            </a:spcAft>
            <a:buChar char="•"/>
          </a:pPr>
          <a:r>
            <a:rPr lang="en-GB" sz="1200" kern="1200" dirty="0"/>
            <a:t>HARDLY ENGAGE WITH OTHER  MEMBERS </a:t>
          </a:r>
          <a:endParaRPr lang="en-US" sz="1200" kern="1200" dirty="0"/>
        </a:p>
      </dsp:txBody>
      <dsp:txXfrm>
        <a:off x="3515701" y="2100565"/>
        <a:ext cx="1027199" cy="1392744"/>
      </dsp:txXfrm>
    </dsp:sp>
    <dsp:sp modelId="{0AF5A0CD-F087-445C-B3F1-34A1E73D4464}">
      <dsp:nvSpPr>
        <dsp:cNvPr id="0" name=""/>
        <dsp:cNvSpPr/>
      </dsp:nvSpPr>
      <dsp:spPr>
        <a:xfrm>
          <a:off x="4686708" y="1754965"/>
          <a:ext cx="1027199" cy="345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GB" sz="1200" kern="1200" dirty="0"/>
            <a:t>MEMBER 5</a:t>
          </a:r>
          <a:endParaRPr lang="en-US" sz="1200" kern="1200" dirty="0"/>
        </a:p>
      </dsp:txBody>
      <dsp:txXfrm>
        <a:off x="4686708" y="1754965"/>
        <a:ext cx="1027199" cy="345600"/>
      </dsp:txXfrm>
    </dsp:sp>
    <dsp:sp modelId="{ADDED17D-EF07-45D9-BB04-91075881C4AF}">
      <dsp:nvSpPr>
        <dsp:cNvPr id="0" name=""/>
        <dsp:cNvSpPr/>
      </dsp:nvSpPr>
      <dsp:spPr>
        <a:xfrm>
          <a:off x="4686708" y="2100565"/>
          <a:ext cx="1027199" cy="139274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3/10</a:t>
          </a:r>
          <a:endParaRPr lang="en-US" sz="1200" kern="1200" dirty="0"/>
        </a:p>
        <a:p>
          <a:pPr marL="114300" lvl="1" indent="-114300" algn="l" defTabSz="533400">
            <a:lnSpc>
              <a:spcPct val="90000"/>
            </a:lnSpc>
            <a:spcBef>
              <a:spcPct val="0"/>
            </a:spcBef>
            <a:spcAft>
              <a:spcPct val="15000"/>
            </a:spcAft>
            <a:buChar char="•"/>
          </a:pPr>
          <a:r>
            <a:rPr lang="en-GB" sz="1200" kern="1200" dirty="0"/>
            <a:t>LAZY KID</a:t>
          </a:r>
          <a:endParaRPr lang="en-US" sz="1200" kern="1200" dirty="0"/>
        </a:p>
        <a:p>
          <a:pPr marL="114300" lvl="1" indent="-114300" algn="l" defTabSz="533400">
            <a:lnSpc>
              <a:spcPct val="90000"/>
            </a:lnSpc>
            <a:spcBef>
              <a:spcPct val="0"/>
            </a:spcBef>
            <a:spcAft>
              <a:spcPct val="15000"/>
            </a:spcAft>
            <a:buChar char="•"/>
          </a:pPr>
          <a:r>
            <a:rPr lang="en-GB" sz="1200" kern="1200" dirty="0"/>
            <a:t>MISSES THE MEETING MOST OF THE TIME</a:t>
          </a:r>
          <a:endParaRPr lang="en-US" sz="1200" kern="1200" dirty="0"/>
        </a:p>
      </dsp:txBody>
      <dsp:txXfrm>
        <a:off x="4686708" y="2100565"/>
        <a:ext cx="1027199" cy="139274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A3114B-0CDD-4419-A4DE-E0C29A2AE1A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FC25048-78D1-4821-8E2B-7A77CCA12F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252186-C111-43A8-A0F7-F77FFDE4DF82}" type="datetimeFigureOut">
              <a:rPr lang="en-US" smtClean="0"/>
              <a:t>5/7/2026</a:t>
            </a:fld>
            <a:endParaRPr lang="en-US" dirty="0"/>
          </a:p>
        </p:txBody>
      </p:sp>
      <p:sp>
        <p:nvSpPr>
          <p:cNvPr id="4" name="Footer Placeholder 3">
            <a:extLst>
              <a:ext uri="{FF2B5EF4-FFF2-40B4-BE49-F238E27FC236}">
                <a16:creationId xmlns:a16="http://schemas.microsoft.com/office/drawing/2014/main" id="{01924695-047D-4CC8-8801-1AA37457E7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F00293-63F6-438D-A9A8-024975FD5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56CFAD-C154-4C9C-AD01-665A5055065E}" type="slidenum">
              <a:rPr lang="en-US" smtClean="0"/>
              <a:t>‹#›</a:t>
            </a:fld>
            <a:endParaRPr lang="en-US" dirty="0"/>
          </a:p>
        </p:txBody>
      </p:sp>
    </p:spTree>
    <p:extLst>
      <p:ext uri="{BB962C8B-B14F-4D97-AF65-F5344CB8AC3E}">
        <p14:creationId xmlns:p14="http://schemas.microsoft.com/office/powerpoint/2010/main" val="3997879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BBB5B-F3DE-41D7-B279-483D20E8E363}" type="datetimeFigureOut">
              <a:rPr lang="en-US" smtClean="0"/>
              <a:t>5/7/2026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62BC0-7DC4-4569-951D-2BB9475345C6}" type="slidenum">
              <a:rPr lang="en-US" smtClean="0"/>
              <a:t>‹#›</a:t>
            </a:fld>
            <a:endParaRPr lang="en-US" dirty="0"/>
          </a:p>
        </p:txBody>
      </p:sp>
    </p:spTree>
    <p:extLst>
      <p:ext uri="{BB962C8B-B14F-4D97-AF65-F5344CB8AC3E}">
        <p14:creationId xmlns:p14="http://schemas.microsoft.com/office/powerpoint/2010/main" val="334464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1"/>
            </a:solidFill>
          </a:ln>
        </p:spPr>
        <p:txBody>
          <a:bodyPr lIns="914400" tIns="91440" rIns="914400" anchor="ctr"/>
          <a:lstStyle>
            <a:lvl1pPr algn="ctr">
              <a:defRPr sz="5400" b="1" cap="all" spc="100" baseline="0">
                <a:solidFill>
                  <a:schemeClr val="accent1"/>
                </a:solidFill>
              </a:defRPr>
            </a:lvl1pPr>
          </a:lstStyle>
          <a:p>
            <a:r>
              <a:rPr lang="en-US" dirty="0"/>
              <a:t>Click to add title</a:t>
            </a:r>
          </a:p>
        </p:txBody>
      </p:sp>
    </p:spTree>
    <p:extLst>
      <p:ext uri="{BB962C8B-B14F-4D97-AF65-F5344CB8AC3E}">
        <p14:creationId xmlns:p14="http://schemas.microsoft.com/office/powerpoint/2010/main" val="114832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
    <p:bg>
      <p:bgPr>
        <a:solidFill>
          <a:schemeClr val="accent5">
            <a:alpha val="10000"/>
          </a:schemeClr>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0" y="0"/>
            <a:ext cx="6772276" cy="6858000"/>
          </a:xfrm>
          <a:prstGeom prst="rect">
            <a:avLst/>
          </a:prstGeom>
          <a:solidFill>
            <a:schemeClr val="accent4">
              <a:lumMod val="60000"/>
              <a:lumOff val="40000"/>
            </a:schemeClr>
          </a:solidFill>
        </p:spPr>
        <p:txBody>
          <a:bodyP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224747" y="2365057"/>
            <a:ext cx="4377400" cy="2160644"/>
          </a:xfrm>
          <a:prstGeom prst="rect">
            <a:avLst/>
          </a:prstGeom>
          <a:gradFill>
            <a:gsLst>
              <a:gs pos="50000">
                <a:schemeClr val="accent1">
                  <a:lumMod val="5000"/>
                  <a:lumOff val="95000"/>
                  <a:alpha val="0"/>
                </a:schemeClr>
              </a:gs>
              <a:gs pos="50000">
                <a:schemeClr val="accent5">
                  <a:alpha val="10000"/>
                </a:schemeClr>
              </a:gs>
            </a:gsLst>
            <a:lin ang="0" scaled="0"/>
          </a:gradFill>
          <a:ln w="28575">
            <a:solidFill>
              <a:schemeClr val="bg1"/>
            </a:solidFill>
          </a:ln>
        </p:spPr>
        <p:txBody>
          <a:bodyPr anchor="ctr"/>
          <a:lstStyle>
            <a:lvl1pPr algn="ctr">
              <a:defRPr sz="2400" cap="all" spc="100" baseline="0">
                <a:solidFill>
                  <a:schemeClr val="bg1"/>
                </a:solidFill>
              </a:defRPr>
            </a:lvl1pPr>
          </a:lstStyle>
          <a:p>
            <a:r>
              <a:rPr lang="en-US" dirty="0"/>
              <a:t>Add title</a:t>
            </a:r>
          </a:p>
        </p:txBody>
      </p:sp>
      <p:sp>
        <p:nvSpPr>
          <p:cNvPr id="12" name="Text Placeholder 11">
            <a:extLst>
              <a:ext uri="{FF2B5EF4-FFF2-40B4-BE49-F238E27FC236}">
                <a16:creationId xmlns:a16="http://schemas.microsoft.com/office/drawing/2014/main" id="{FB3EFFF7-FFC6-16DF-B4AB-DD5A1A1DA92A}"/>
              </a:ext>
            </a:extLst>
          </p:cNvPr>
          <p:cNvSpPr>
            <a:spLocks noGrp="1"/>
          </p:cNvSpPr>
          <p:nvPr>
            <p:ph type="body" sz="quarter" idx="12" hasCustomPrompt="1"/>
          </p:nvPr>
        </p:nvSpPr>
        <p:spPr>
          <a:xfrm>
            <a:off x="3427896" y="0"/>
            <a:ext cx="3344379" cy="6858000"/>
          </a:xfrm>
          <a:custGeom>
            <a:avLst/>
            <a:gdLst>
              <a:gd name="connsiteX0" fmla="*/ 0 w 3344379"/>
              <a:gd name="connsiteY0" fmla="*/ 0 h 6858000"/>
              <a:gd name="connsiteX1" fmla="*/ 3344379 w 3344379"/>
              <a:gd name="connsiteY1" fmla="*/ 0 h 6858000"/>
              <a:gd name="connsiteX2" fmla="*/ 3344379 w 3344379"/>
              <a:gd name="connsiteY2" fmla="*/ 6858000 h 6858000"/>
              <a:gd name="connsiteX3" fmla="*/ 0 w 334437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344379" h="6858000">
                <a:moveTo>
                  <a:pt x="0" y="0"/>
                </a:moveTo>
                <a:lnTo>
                  <a:pt x="3344379" y="0"/>
                </a:lnTo>
                <a:lnTo>
                  <a:pt x="3344379" y="6858000"/>
                </a:lnTo>
                <a:lnTo>
                  <a:pt x="0" y="6858000"/>
                </a:lnTo>
                <a:close/>
              </a:path>
            </a:pathLst>
          </a:custGeom>
          <a:solidFill>
            <a:schemeClr val="accent5">
              <a:alpha val="10000"/>
            </a:schemeClr>
          </a:solidFill>
        </p:spPr>
        <p:txBody>
          <a:bodyPr wrap="square">
            <a:noAutofit/>
          </a:bodyPr>
          <a:lstStyle>
            <a:lvl1pPr marL="0" indent="0">
              <a:buNone/>
              <a:defRPr>
                <a:noFill/>
              </a:defRPr>
            </a:lvl1pPr>
          </a:lstStyle>
          <a:p>
            <a:pPr lvl="0"/>
            <a:r>
              <a:rPr lang="en-US" dirty="0"/>
              <a:t>Blank</a:t>
            </a:r>
          </a:p>
        </p:txBody>
      </p:sp>
      <p:sp>
        <p:nvSpPr>
          <p:cNvPr id="6" name="Text Placeholder 5">
            <a:extLst>
              <a:ext uri="{FF2B5EF4-FFF2-40B4-BE49-F238E27FC236}">
                <a16:creationId xmlns:a16="http://schemas.microsoft.com/office/drawing/2014/main" id="{DE6E802E-B214-0AE3-69C8-CBCA885C703A}"/>
              </a:ext>
            </a:extLst>
          </p:cNvPr>
          <p:cNvSpPr>
            <a:spLocks noGrp="1"/>
          </p:cNvSpPr>
          <p:nvPr>
            <p:ph type="body" sz="quarter" idx="11" hasCustomPrompt="1"/>
          </p:nvPr>
        </p:nvSpPr>
        <p:spPr>
          <a:xfrm>
            <a:off x="7835900" y="2071688"/>
            <a:ext cx="3773488" cy="2732087"/>
          </a:xfrm>
          <a:prstGeom prst="rect">
            <a:avLst/>
          </a:prstGeom>
        </p:spPr>
        <p:txBody>
          <a:bodyPr anchor="ct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800" spc="100" baseline="0"/>
            </a:lvl2pPr>
            <a:lvl3pPr marL="914400" indent="0">
              <a:lnSpc>
                <a:spcPct val="125000"/>
              </a:lnSpc>
              <a:spcBef>
                <a:spcPts val="0"/>
              </a:spcBef>
              <a:spcAft>
                <a:spcPts val="600"/>
              </a:spcAft>
              <a:buNone/>
              <a:defRPr sz="1800" spc="100" baseline="0"/>
            </a:lvl3pPr>
            <a:lvl4pPr marL="1371600" indent="0">
              <a:lnSpc>
                <a:spcPct val="125000"/>
              </a:lnSpc>
              <a:spcBef>
                <a:spcPts val="0"/>
              </a:spcBef>
              <a:spcAft>
                <a:spcPts val="600"/>
              </a:spcAft>
              <a:buNone/>
              <a:defRPr sz="1800" spc="100" baseline="0"/>
            </a:lvl4pPr>
            <a:lvl5pPr marL="1828800" indent="0">
              <a:lnSpc>
                <a:spcPct val="125000"/>
              </a:lnSpc>
              <a:spcBef>
                <a:spcPts val="0"/>
              </a:spcBef>
              <a:spcAft>
                <a:spcPts val="600"/>
              </a:spcAft>
              <a:buNone/>
              <a:defRPr sz="1800" spc="1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E0398655-42A6-4DBC-9542-9A8D10B44A63}"/>
              </a:ext>
            </a:extLst>
          </p:cNvPr>
          <p:cNvSpPr>
            <a:spLocks noGrp="1"/>
          </p:cNvSpPr>
          <p:nvPr>
            <p:ph type="dt" sz="half" idx="2"/>
          </p:nvPr>
        </p:nvSpPr>
        <p:spPr>
          <a:xfrm>
            <a:off x="838200" y="6356350"/>
            <a:ext cx="1590675"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9" name="Footer Placeholder 4">
            <a:extLst>
              <a:ext uri="{FF2B5EF4-FFF2-40B4-BE49-F238E27FC236}">
                <a16:creationId xmlns:a16="http://schemas.microsoft.com/office/drawing/2014/main" id="{1FF7C44B-1689-4CA8-B0BC-0671EA12750F}"/>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effectLst/>
                <a:latin typeface="+mj-lt"/>
              </a:defRPr>
            </a:lvl1pPr>
          </a:lstStyle>
          <a:p>
            <a:r>
              <a:rPr lang="en-US" dirty="0"/>
              <a:t>Pitch deck</a:t>
            </a:r>
          </a:p>
        </p:txBody>
      </p:sp>
      <p:sp>
        <p:nvSpPr>
          <p:cNvPr id="10" name="Slide Number Placeholder 5">
            <a:extLst>
              <a:ext uri="{FF2B5EF4-FFF2-40B4-BE49-F238E27FC236}">
                <a16:creationId xmlns:a16="http://schemas.microsoft.com/office/drawing/2014/main" id="{7D6105C8-7607-448C-9CD2-9CA33B49B4DB}"/>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004238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5"/>
            </a:solidFill>
          </a:ln>
        </p:spPr>
        <p:txBody>
          <a:bodyPr lIns="914400" tIns="182880" rIns="914400" anchor="ctr"/>
          <a:lstStyle>
            <a:lvl1pPr algn="ctr">
              <a:defRPr sz="5400" b="1" cap="all" spc="100" baseline="0">
                <a:solidFill>
                  <a:schemeClr val="accent5"/>
                </a:solidFill>
              </a:defRPr>
            </a:lvl1pPr>
          </a:lstStyle>
          <a:p>
            <a:r>
              <a:rPr lang="en-US" dirty="0"/>
              <a:t>Click to add title</a:t>
            </a:r>
          </a:p>
        </p:txBody>
      </p:sp>
    </p:spTree>
    <p:extLst>
      <p:ext uri="{BB962C8B-B14F-4D97-AF65-F5344CB8AC3E}">
        <p14:creationId xmlns:p14="http://schemas.microsoft.com/office/powerpoint/2010/main" val="1737129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alpha val="1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C6C658-B6F5-98D2-4D95-EA3030D6F090}"/>
              </a:ext>
              <a:ext uri="{C183D7F6-B498-43B3-948B-1728B52AA6E4}">
                <adec:decorative xmlns:adec="http://schemas.microsoft.com/office/drawing/2017/decorative" val="1"/>
              </a:ext>
            </a:extLst>
          </p:cNvPr>
          <p:cNvSpPr/>
          <p:nvPr userDrawn="1"/>
        </p:nvSpPr>
        <p:spPr>
          <a:xfrm>
            <a:off x="-20322" y="-7084"/>
            <a:ext cx="12212321"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1250065" y="2372810"/>
            <a:ext cx="4352081" cy="2129742"/>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dirty="0"/>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6789480" y="0"/>
            <a:ext cx="5394960" cy="6858000"/>
          </a:xfrm>
          <a:prstGeom prst="rect">
            <a:avLst/>
          </a:prstGeom>
        </p:spPr>
        <p:txBody>
          <a:bodyPr/>
          <a:lstStyle>
            <a:lvl1pPr marL="0" indent="0" algn="ctr">
              <a:buNone/>
              <a:defRPr/>
            </a:lvl1pPr>
          </a:lstStyle>
          <a:p>
            <a:r>
              <a:rPr lang="en-US" dirty="0"/>
              <a:t>Click to add photo</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dirty="0"/>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71333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3FAF69-7EBE-817B-DCEA-4A1595820E3E}"/>
              </a:ext>
              <a:ext uri="{C183D7F6-B498-43B3-948B-1728B52AA6E4}">
                <adec:decorative xmlns:adec="http://schemas.microsoft.com/office/drawing/2017/decorative" val="1"/>
              </a:ext>
            </a:extLst>
          </p:cNvPr>
          <p:cNvSpPr/>
          <p:nvPr userDrawn="1"/>
        </p:nvSpPr>
        <p:spPr>
          <a:xfrm>
            <a:off x="-1" y="-7515"/>
            <a:ext cx="4661648" cy="6871651"/>
          </a:xfrm>
          <a:prstGeom prst="rect">
            <a:avLst/>
          </a:prstGeom>
          <a:solidFill>
            <a:srgbClr val="4769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20FC4D-FDE2-42C3-B907-27B071B649CC}"/>
              </a:ext>
            </a:extLst>
          </p:cNvPr>
          <p:cNvSpPr>
            <a:spLocks noGrp="1"/>
          </p:cNvSpPr>
          <p:nvPr>
            <p:ph type="title" hasCustomPrompt="1"/>
          </p:nvPr>
        </p:nvSpPr>
        <p:spPr>
          <a:xfrm>
            <a:off x="636608" y="804862"/>
            <a:ext cx="3401992" cy="5121375"/>
          </a:xfrm>
          <a:prstGeom prst="rect">
            <a:avLst/>
          </a:prstGeom>
          <a:ln w="28575">
            <a:noFill/>
          </a:ln>
        </p:spPr>
        <p:txBody>
          <a:bodyPr anchor="ctr"/>
          <a:lstStyle>
            <a:lvl1pPr algn="ctr">
              <a:defRPr sz="2400" cap="all" spc="100" baseline="0">
                <a:solidFill>
                  <a:schemeClr val="bg1"/>
                </a:solidFill>
              </a:defRPr>
            </a:lvl1pPr>
          </a:lstStyle>
          <a:p>
            <a:r>
              <a:rPr lang="en-US" dirty="0"/>
              <a:t>Title</a:t>
            </a:r>
          </a:p>
        </p:txBody>
      </p:sp>
      <p:sp>
        <p:nvSpPr>
          <p:cNvPr id="6" name="Content Placeholder 5">
            <a:extLst>
              <a:ext uri="{FF2B5EF4-FFF2-40B4-BE49-F238E27FC236}">
                <a16:creationId xmlns:a16="http://schemas.microsoft.com/office/drawing/2014/main" id="{6F4F9403-8AE5-DF79-EFCF-E99EABB83417}"/>
              </a:ext>
            </a:extLst>
          </p:cNvPr>
          <p:cNvSpPr>
            <a:spLocks noGrp="1"/>
          </p:cNvSpPr>
          <p:nvPr>
            <p:ph sz="quarter" idx="10" hasCustomPrompt="1"/>
          </p:nvPr>
        </p:nvSpPr>
        <p:spPr>
          <a:xfrm>
            <a:off x="5579338" y="804863"/>
            <a:ext cx="5716587" cy="5248276"/>
          </a:xfrm>
          <a:prstGeom prst="rect">
            <a:avLst/>
          </a:prstGeom>
        </p:spPr>
        <p:txBody>
          <a:bodyPr anchor="ctr"/>
          <a:lstStyle>
            <a:lvl1pPr marL="283464" indent="-283464">
              <a:lnSpc>
                <a:spcPct val="125000"/>
              </a:lnSpc>
              <a:spcBef>
                <a:spcPts val="0"/>
              </a:spcBef>
              <a:spcAft>
                <a:spcPts val="600"/>
              </a:spcAft>
              <a:defRPr sz="1800"/>
            </a:lvl1pPr>
            <a:lvl2pPr marL="731520" indent="-283464">
              <a:lnSpc>
                <a:spcPct val="125000"/>
              </a:lnSpc>
              <a:spcBef>
                <a:spcPts val="0"/>
              </a:spcBef>
              <a:spcAft>
                <a:spcPts val="600"/>
              </a:spcAft>
              <a:defRPr sz="1800"/>
            </a:lvl2pPr>
            <a:lvl3pPr marL="1097280" indent="-283464">
              <a:lnSpc>
                <a:spcPct val="125000"/>
              </a:lnSpc>
              <a:spcBef>
                <a:spcPts val="0"/>
              </a:spcBef>
              <a:spcAft>
                <a:spcPts val="600"/>
              </a:spcAft>
              <a:defRPr sz="1800"/>
            </a:lvl3pPr>
            <a:lvl4pPr marL="1463040" indent="-283464">
              <a:lnSpc>
                <a:spcPct val="125000"/>
              </a:lnSpc>
              <a:spcBef>
                <a:spcPts val="0"/>
              </a:spcBef>
              <a:spcAft>
                <a:spcPts val="600"/>
              </a:spcAft>
              <a:defRPr sz="1800"/>
            </a:lvl4pPr>
            <a:lvl5pPr marL="1828800" indent="-283464">
              <a:lnSpc>
                <a:spcPct val="125000"/>
              </a:lnSpc>
              <a:spcBef>
                <a:spcPts val="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D38E30C9-543F-4532-B571-2F2EF52E7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17" name="Footer Placeholder 4">
            <a:extLst>
              <a:ext uri="{FF2B5EF4-FFF2-40B4-BE49-F238E27FC236}">
                <a16:creationId xmlns:a16="http://schemas.microsoft.com/office/drawing/2014/main" id="{9E2F8B6B-A63E-448F-86E5-CF3F12A29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8" name="Slide Number Placeholder 5">
            <a:extLst>
              <a:ext uri="{FF2B5EF4-FFF2-40B4-BE49-F238E27FC236}">
                <a16:creationId xmlns:a16="http://schemas.microsoft.com/office/drawing/2014/main" id="{5EC1D779-DE8A-45DF-9A79-70F63DD68B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476491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6647727" y="2060294"/>
            <a:ext cx="4359795" cy="2141316"/>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dirty="0"/>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0" y="-9009"/>
            <a:ext cx="5521124" cy="6878584"/>
          </a:xfrm>
          <a:prstGeom prst="rect">
            <a:avLst/>
          </a:prstGeom>
        </p:spPr>
        <p:txBody>
          <a:bodyPr/>
          <a:lstStyle>
            <a:lvl1pPr marL="0" indent="0" algn="ctr">
              <a:buNone/>
              <a:defRPr/>
            </a:lvl1pPr>
          </a:lstStyle>
          <a:p>
            <a:r>
              <a:rPr lang="en-US" dirty="0"/>
              <a:t>Click to add photo</a:t>
            </a:r>
          </a:p>
        </p:txBody>
      </p:sp>
      <p:sp>
        <p:nvSpPr>
          <p:cNvPr id="7" name="Text Placeholder 10">
            <a:extLst>
              <a:ext uri="{FF2B5EF4-FFF2-40B4-BE49-F238E27FC236}">
                <a16:creationId xmlns:a16="http://schemas.microsoft.com/office/drawing/2014/main" id="{F20D097E-45D7-422E-A8D1-635C7DE9A997}"/>
              </a:ext>
            </a:extLst>
          </p:cNvPr>
          <p:cNvSpPr>
            <a:spLocks noGrp="1"/>
          </p:cNvSpPr>
          <p:nvPr>
            <p:ph type="body" sz="quarter" idx="14" hasCustomPrompt="1"/>
          </p:nvPr>
        </p:nvSpPr>
        <p:spPr>
          <a:xfrm>
            <a:off x="6670878" y="4550199"/>
            <a:ext cx="4359795" cy="1790164"/>
          </a:xfrm>
          <a:prstGeom prst="rect">
            <a:avLst/>
          </a:prstGeom>
        </p:spPr>
        <p:txBody>
          <a:bodyPr anchor="t"/>
          <a:lstStyle>
            <a:lvl1pPr marL="0" indent="0" algn="ctr">
              <a:lnSpc>
                <a:spcPct val="80000"/>
              </a:lnSpc>
              <a:spcBef>
                <a:spcPts val="0"/>
              </a:spcBef>
              <a:buNone/>
              <a:defRPr sz="1800" b="1" cap="all" spc="100" baseline="0">
                <a:solidFill>
                  <a:schemeClr val="accent4">
                    <a:lumMod val="50000"/>
                  </a:schemeClr>
                </a:solidFill>
                <a:latin typeface="+mn-lt"/>
              </a:defRPr>
            </a:lvl1pPr>
          </a:lstStyle>
          <a:p>
            <a:pPr lvl="0"/>
            <a:r>
              <a:rPr lang="en-US" dirty="0"/>
              <a:t>Click to add text</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dirty="0"/>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001912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5AC9-F6E1-46F9-8810-475475E17B9A}"/>
              </a:ext>
            </a:extLst>
          </p:cNvPr>
          <p:cNvSpPr>
            <a:spLocks noGrp="1"/>
          </p:cNvSpPr>
          <p:nvPr>
            <p:ph type="title" hasCustomPrompt="1"/>
          </p:nvPr>
        </p:nvSpPr>
        <p:spPr>
          <a:xfrm>
            <a:off x="5134980" y="706056"/>
            <a:ext cx="6323957" cy="1088020"/>
          </a:xfrm>
          <a:prstGeom prst="rect">
            <a:avLst/>
          </a:prstGeom>
          <a:ln w="28575">
            <a:solidFill>
              <a:schemeClr val="accent2"/>
            </a:solidFill>
          </a:ln>
        </p:spPr>
        <p:txBody>
          <a:bodyPr anchor="ctr"/>
          <a:lstStyle>
            <a:lvl1pPr algn="ctr">
              <a:defRPr sz="2400" cap="all" spc="100" baseline="0">
                <a:solidFill>
                  <a:schemeClr val="accent2"/>
                </a:solidFill>
              </a:defRPr>
            </a:lvl1pPr>
          </a:lstStyle>
          <a:p>
            <a:r>
              <a:rPr lang="en-US" dirty="0"/>
              <a:t>Title</a:t>
            </a:r>
          </a:p>
        </p:txBody>
      </p:sp>
      <p:sp>
        <p:nvSpPr>
          <p:cNvPr id="9" name="Picture Placeholder 8">
            <a:extLst>
              <a:ext uri="{FF2B5EF4-FFF2-40B4-BE49-F238E27FC236}">
                <a16:creationId xmlns:a16="http://schemas.microsoft.com/office/drawing/2014/main" id="{952C02D9-C262-43C0-BE24-402661B0594A}"/>
              </a:ext>
            </a:extLst>
          </p:cNvPr>
          <p:cNvSpPr>
            <a:spLocks noGrp="1"/>
          </p:cNvSpPr>
          <p:nvPr>
            <p:ph type="pic" sz="quarter" idx="10" hasCustomPrompt="1"/>
          </p:nvPr>
        </p:nvSpPr>
        <p:spPr>
          <a:xfrm>
            <a:off x="-1" y="0"/>
            <a:ext cx="4495801" cy="6858000"/>
          </a:xfrm>
          <a:prstGeom prst="rect">
            <a:avLst/>
          </a:prstGeom>
        </p:spPr>
        <p:txBody>
          <a:bodyPr/>
          <a:lstStyle>
            <a:lvl1pPr marL="0" indent="0" algn="ctr">
              <a:buNone/>
              <a:defRPr sz="2000"/>
            </a:lvl1pPr>
          </a:lstStyle>
          <a:p>
            <a:r>
              <a:rPr lang="en-US" dirty="0"/>
              <a:t>Click to add photo</a:t>
            </a:r>
          </a:p>
        </p:txBody>
      </p:sp>
      <p:sp>
        <p:nvSpPr>
          <p:cNvPr id="6" name="Content Placeholder 5">
            <a:extLst>
              <a:ext uri="{FF2B5EF4-FFF2-40B4-BE49-F238E27FC236}">
                <a16:creationId xmlns:a16="http://schemas.microsoft.com/office/drawing/2014/main" id="{3BC3273F-AE8F-21E6-A06E-52686D65496D}"/>
              </a:ext>
            </a:extLst>
          </p:cNvPr>
          <p:cNvSpPr>
            <a:spLocks noGrp="1"/>
          </p:cNvSpPr>
          <p:nvPr>
            <p:ph sz="quarter" idx="11" hasCustomPrompt="1"/>
          </p:nvPr>
        </p:nvSpPr>
        <p:spPr>
          <a:xfrm>
            <a:off x="5135563" y="2291786"/>
            <a:ext cx="301783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A011C768-FB8E-F917-0CF9-C9B7DA4CAA62}"/>
              </a:ext>
            </a:extLst>
          </p:cNvPr>
          <p:cNvSpPr>
            <a:spLocks noGrp="1"/>
          </p:cNvSpPr>
          <p:nvPr>
            <p:ph sz="quarter" idx="12" hasCustomPrompt="1"/>
          </p:nvPr>
        </p:nvSpPr>
        <p:spPr>
          <a:xfrm>
            <a:off x="8473281" y="2294680"/>
            <a:ext cx="313612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Date Placeholder 3">
            <a:extLst>
              <a:ext uri="{FF2B5EF4-FFF2-40B4-BE49-F238E27FC236}">
                <a16:creationId xmlns:a16="http://schemas.microsoft.com/office/drawing/2014/main" id="{61AB9D5A-1951-48B0-9CAE-84FC869BE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31" name="Footer Placeholder 4">
            <a:extLst>
              <a:ext uri="{FF2B5EF4-FFF2-40B4-BE49-F238E27FC236}">
                <a16:creationId xmlns:a16="http://schemas.microsoft.com/office/drawing/2014/main" id="{3AEF9F4B-0EB4-4C9F-9159-80E393F3A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32" name="Slide Number Placeholder 5">
            <a:extLst>
              <a:ext uri="{FF2B5EF4-FFF2-40B4-BE49-F238E27FC236}">
                <a16:creationId xmlns:a16="http://schemas.microsoft.com/office/drawing/2014/main" id="{6BC4F905-196D-4DFF-9947-C56088B56F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031209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D970D0-182D-96E3-04B5-5D634F9C4F08}"/>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6AEFB40-063A-41A7-9581-865BBE62C3C5}"/>
              </a:ext>
            </a:extLst>
          </p:cNvPr>
          <p:cNvSpPr>
            <a:spLocks noGrp="1"/>
          </p:cNvSpPr>
          <p:nvPr>
            <p:ph type="title" hasCustomPrompt="1"/>
          </p:nvPr>
        </p:nvSpPr>
        <p:spPr>
          <a:xfrm>
            <a:off x="838200" y="226143"/>
            <a:ext cx="10515600" cy="1229033"/>
          </a:xfrm>
          <a:prstGeom prst="rect">
            <a:avLst/>
          </a:prstGeom>
        </p:spPr>
        <p:txBody>
          <a:bodyPr anchor="b"/>
          <a:lstStyle>
            <a:lvl1pPr algn="ctr">
              <a:defRPr sz="2400" cap="all" spc="100" baseline="0">
                <a:solidFill>
                  <a:schemeClr val="tx2">
                    <a:lumMod val="75000"/>
                  </a:schemeClr>
                </a:solidFill>
              </a:defRPr>
            </a:lvl1pPr>
          </a:lstStyle>
          <a:p>
            <a:r>
              <a:rPr lang="en-US" dirty="0"/>
              <a:t>Click to add title</a:t>
            </a:r>
          </a:p>
        </p:txBody>
      </p:sp>
      <p:sp>
        <p:nvSpPr>
          <p:cNvPr id="8" name="Content Placeholder 7">
            <a:extLst>
              <a:ext uri="{FF2B5EF4-FFF2-40B4-BE49-F238E27FC236}">
                <a16:creationId xmlns:a16="http://schemas.microsoft.com/office/drawing/2014/main" id="{9E453354-6167-7227-F443-F984688CC493}"/>
              </a:ext>
            </a:extLst>
          </p:cNvPr>
          <p:cNvSpPr>
            <a:spLocks noGrp="1"/>
          </p:cNvSpPr>
          <p:nvPr>
            <p:ph sz="quarter" idx="10" hasCustomPrompt="1"/>
          </p:nvPr>
        </p:nvSpPr>
        <p:spPr>
          <a:xfrm>
            <a:off x="849775" y="2858625"/>
            <a:ext cx="3941763" cy="3338513"/>
          </a:xfrm>
          <a:prstGeom prst="rect">
            <a:avLst/>
          </a:prstGeom>
        </p:spPr>
        <p:txBody>
          <a:bodyPr/>
          <a:lstStyle>
            <a:lvl1pPr marL="347472" indent="-347472">
              <a:lnSpc>
                <a:spcPct val="125000"/>
              </a:lnSpc>
              <a:spcBef>
                <a:spcPts val="0"/>
              </a:spcBef>
              <a:spcAft>
                <a:spcPts val="600"/>
              </a:spcAft>
              <a:buFont typeface="+mj-lt"/>
              <a:buAutoNum type="arabicPeriod"/>
              <a:defRPr sz="1800" spc="100" baseline="0"/>
            </a:lvl1pPr>
            <a:lvl2pPr marL="685800" indent="-347472">
              <a:lnSpc>
                <a:spcPct val="125000"/>
              </a:lnSpc>
              <a:spcBef>
                <a:spcPts val="0"/>
              </a:spcBef>
              <a:spcAft>
                <a:spcPts val="600"/>
              </a:spcAft>
              <a:buFont typeface="+mj-lt"/>
              <a:buAutoNum type="alphaLcPeriod"/>
              <a:defRPr sz="1600" spc="100" baseline="0"/>
            </a:lvl2pPr>
            <a:lvl3pPr marL="1143000" indent="-347472">
              <a:lnSpc>
                <a:spcPct val="125000"/>
              </a:lnSpc>
              <a:spcBef>
                <a:spcPts val="0"/>
              </a:spcBef>
              <a:spcAft>
                <a:spcPts val="600"/>
              </a:spcAft>
              <a:buFont typeface="+mj-lt"/>
              <a:buAutoNum type="arabicParenR"/>
              <a:defRPr sz="1400" spc="100" baseline="0"/>
            </a:lvl3pPr>
            <a:lvl4pPr marL="1600200" indent="-347472">
              <a:lnSpc>
                <a:spcPct val="125000"/>
              </a:lnSpc>
              <a:spcBef>
                <a:spcPts val="0"/>
              </a:spcBef>
              <a:spcAft>
                <a:spcPts val="600"/>
              </a:spcAft>
              <a:buFont typeface="+mj-lt"/>
              <a:buAutoNum type="alphaLcParenR"/>
              <a:defRPr sz="1200" spc="100" baseline="0"/>
            </a:lvl4pPr>
            <a:lvl5pPr marL="2057400" indent="-347472">
              <a:lnSpc>
                <a:spcPct val="125000"/>
              </a:lnSpc>
              <a:spcBef>
                <a:spcPts val="0"/>
              </a:spcBef>
              <a:spcAft>
                <a:spcPts val="600"/>
              </a:spcAft>
              <a:buFont typeface="+mj-lt"/>
              <a:buAutoNum type="romanLcPeriod"/>
              <a:defRPr sz="12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7">
            <a:extLst>
              <a:ext uri="{FF2B5EF4-FFF2-40B4-BE49-F238E27FC236}">
                <a16:creationId xmlns:a16="http://schemas.microsoft.com/office/drawing/2014/main" id="{DDA14B5C-C6A4-65FB-34DD-E1C0FF465FF7}"/>
              </a:ext>
            </a:extLst>
          </p:cNvPr>
          <p:cNvSpPr>
            <a:spLocks noGrp="1"/>
          </p:cNvSpPr>
          <p:nvPr>
            <p:ph sz="quarter" idx="11" hasCustomPrompt="1"/>
          </p:nvPr>
        </p:nvSpPr>
        <p:spPr>
          <a:xfrm>
            <a:off x="5342681" y="2858625"/>
            <a:ext cx="6011119" cy="3338513"/>
          </a:xfrm>
          <a:prstGeom prst="rect">
            <a:avLst/>
          </a:prstGeom>
        </p:spPr>
        <p:txBody>
          <a:bodyPr/>
          <a:lstStyle>
            <a:lvl1pPr marL="0" indent="0">
              <a:lnSpc>
                <a:spcPct val="125000"/>
              </a:lnSpc>
              <a:spcBef>
                <a:spcPts val="0"/>
              </a:spcBef>
              <a:spcAft>
                <a:spcPts val="600"/>
              </a:spcAft>
              <a:buFont typeface="+mj-lt"/>
              <a:buNone/>
              <a:defRPr sz="1800" spc="100" baseline="0"/>
            </a:lvl1pPr>
            <a:lvl2pPr marL="285750" indent="-285750">
              <a:lnSpc>
                <a:spcPct val="125000"/>
              </a:lnSpc>
              <a:spcBef>
                <a:spcPts val="0"/>
              </a:spcBef>
              <a:spcAft>
                <a:spcPts val="600"/>
              </a:spcAft>
              <a:buFont typeface="Arial" panose="020B0604020202020204" pitchFamily="34" charset="0"/>
              <a:buChar char="•"/>
              <a:defRPr sz="1800" spc="100" baseline="0"/>
            </a:lvl2pPr>
            <a:lvl3pPr marL="685800" indent="-285750">
              <a:lnSpc>
                <a:spcPct val="125000"/>
              </a:lnSpc>
              <a:spcBef>
                <a:spcPts val="0"/>
              </a:spcBef>
              <a:spcAft>
                <a:spcPts val="600"/>
              </a:spcAft>
              <a:buFont typeface="Arial" panose="020B0604020202020204" pitchFamily="34" charset="0"/>
              <a:buChar char="•"/>
              <a:defRPr sz="1800" spc="100" baseline="0"/>
            </a:lvl3pPr>
            <a:lvl4pPr marL="1143000" indent="-285750">
              <a:lnSpc>
                <a:spcPct val="125000"/>
              </a:lnSpc>
              <a:spcBef>
                <a:spcPts val="0"/>
              </a:spcBef>
              <a:spcAft>
                <a:spcPts val="600"/>
              </a:spcAft>
              <a:buFont typeface="Arial" panose="020B0604020202020204" pitchFamily="34" charset="0"/>
              <a:buChar char="•"/>
              <a:defRPr sz="1800" spc="100" baseline="0"/>
            </a:lvl4pPr>
            <a:lvl5pPr marL="1600200" indent="-285750">
              <a:lnSpc>
                <a:spcPct val="125000"/>
              </a:lnSpc>
              <a:spcBef>
                <a:spcPts val="0"/>
              </a:spcBef>
              <a:spcAft>
                <a:spcPts val="600"/>
              </a:spcAft>
              <a:buFont typeface="Arial" panose="020B0604020202020204" pitchFamily="34" charset="0"/>
              <a:buChar char="•"/>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Date Placeholder 3">
            <a:extLst>
              <a:ext uri="{FF2B5EF4-FFF2-40B4-BE49-F238E27FC236}">
                <a16:creationId xmlns:a16="http://schemas.microsoft.com/office/drawing/2014/main" id="{573EDDB2-8AC2-4A88-95EE-20082E77DE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41" name="Footer Placeholder 4">
            <a:extLst>
              <a:ext uri="{FF2B5EF4-FFF2-40B4-BE49-F238E27FC236}">
                <a16:creationId xmlns:a16="http://schemas.microsoft.com/office/drawing/2014/main" id="{325A34CF-B8DC-4A28-86BC-8D450E3D3C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42" name="Slide Number Placeholder 5">
            <a:extLst>
              <a:ext uri="{FF2B5EF4-FFF2-40B4-BE49-F238E27FC236}">
                <a16:creationId xmlns:a16="http://schemas.microsoft.com/office/drawing/2014/main" id="{3F009426-0603-4EF7-8DE1-0CA50818F7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147655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E109A-BBBE-498A-AC65-464AAF5710C4}"/>
              </a:ext>
            </a:extLst>
          </p:cNvPr>
          <p:cNvSpPr>
            <a:spLocks noGrp="1"/>
          </p:cNvSpPr>
          <p:nvPr>
            <p:ph type="title" hasCustomPrompt="1"/>
          </p:nvPr>
        </p:nvSpPr>
        <p:spPr>
          <a:xfrm>
            <a:off x="914400" y="766915"/>
            <a:ext cx="2782529" cy="2163098"/>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title</a:t>
            </a:r>
          </a:p>
        </p:txBody>
      </p:sp>
      <p:sp>
        <p:nvSpPr>
          <p:cNvPr id="10" name="Text Placeholder 10">
            <a:extLst>
              <a:ext uri="{FF2B5EF4-FFF2-40B4-BE49-F238E27FC236}">
                <a16:creationId xmlns:a16="http://schemas.microsoft.com/office/drawing/2014/main" id="{7408009F-7441-4960-8688-598E5537784A}"/>
              </a:ext>
            </a:extLst>
          </p:cNvPr>
          <p:cNvSpPr>
            <a:spLocks noGrp="1"/>
          </p:cNvSpPr>
          <p:nvPr>
            <p:ph type="body" sz="quarter" idx="12" hasCustomPrompt="1"/>
          </p:nvPr>
        </p:nvSpPr>
        <p:spPr>
          <a:xfrm>
            <a:off x="4864796" y="960385"/>
            <a:ext cx="6341212" cy="1969628"/>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8" name="Picture Placeholder 7">
            <a:extLst>
              <a:ext uri="{FF2B5EF4-FFF2-40B4-BE49-F238E27FC236}">
                <a16:creationId xmlns:a16="http://schemas.microsoft.com/office/drawing/2014/main" id="{0721A019-F5C2-4A15-A6AE-C03209D1D7DB}"/>
              </a:ext>
            </a:extLst>
          </p:cNvPr>
          <p:cNvSpPr>
            <a:spLocks noGrp="1"/>
          </p:cNvSpPr>
          <p:nvPr>
            <p:ph type="pic" sz="quarter" idx="10" hasCustomPrompt="1"/>
          </p:nvPr>
        </p:nvSpPr>
        <p:spPr>
          <a:xfrm>
            <a:off x="0" y="3716594"/>
            <a:ext cx="12192000" cy="3141406"/>
          </a:xfrm>
          <a:prstGeom prst="rect">
            <a:avLst/>
          </a:prstGeom>
        </p:spPr>
        <p:txBody>
          <a:bodyPr/>
          <a:lstStyle>
            <a:lvl1pPr marL="0" indent="0" algn="ctr">
              <a:buNone/>
              <a:defRPr/>
            </a:lvl1pPr>
          </a:lstStyle>
          <a:p>
            <a:r>
              <a:rPr lang="en-US" dirty="0"/>
              <a:t>Click to add photo</a:t>
            </a:r>
          </a:p>
        </p:txBody>
      </p:sp>
      <p:sp>
        <p:nvSpPr>
          <p:cNvPr id="11" name="Date Placeholder 3">
            <a:extLst>
              <a:ext uri="{FF2B5EF4-FFF2-40B4-BE49-F238E27FC236}">
                <a16:creationId xmlns:a16="http://schemas.microsoft.com/office/drawing/2014/main" id="{CFE1DF53-32D0-456E-8221-7FCD23325D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12" name="Footer Placeholder 4">
            <a:extLst>
              <a:ext uri="{FF2B5EF4-FFF2-40B4-BE49-F238E27FC236}">
                <a16:creationId xmlns:a16="http://schemas.microsoft.com/office/drawing/2014/main" id="{DC108F1B-58C5-43B6-8251-B1392CA9A8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C530B1E0-03D4-4E5B-A2A7-903B17B30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691211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5E8994-67B0-7A02-C300-3232691564F0}"/>
              </a:ext>
              <a:ext uri="{C183D7F6-B498-43B3-948B-1728B52AA6E4}">
                <adec:decorative xmlns:adec="http://schemas.microsoft.com/office/drawing/2017/decorative" val="1"/>
              </a:ext>
            </a:extLst>
          </p:cNvPr>
          <p:cNvSpPr/>
          <p:nvPr userDrawn="1"/>
        </p:nvSpPr>
        <p:spPr>
          <a:xfrm>
            <a:off x="4532671" y="0"/>
            <a:ext cx="7659329" cy="6858000"/>
          </a:xfrm>
          <a:prstGeom prst="rect">
            <a:avLst/>
          </a:prstGeom>
          <a:solidFill>
            <a:schemeClr val="accent2">
              <a:lumMod val="40000"/>
              <a:lumOff val="6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D96D4A-16D3-4C35-A383-2DF039D54CF4}"/>
              </a:ext>
            </a:extLst>
          </p:cNvPr>
          <p:cNvSpPr>
            <a:spLocks noGrp="1"/>
          </p:cNvSpPr>
          <p:nvPr>
            <p:ph type="title" hasCustomPrompt="1"/>
          </p:nvPr>
        </p:nvSpPr>
        <p:spPr>
          <a:xfrm>
            <a:off x="933791" y="787869"/>
            <a:ext cx="2743200" cy="2142144"/>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Click to add title</a:t>
            </a:r>
          </a:p>
        </p:txBody>
      </p:sp>
      <p:sp>
        <p:nvSpPr>
          <p:cNvPr id="12" name="Text Placeholder 11">
            <a:extLst>
              <a:ext uri="{FF2B5EF4-FFF2-40B4-BE49-F238E27FC236}">
                <a16:creationId xmlns:a16="http://schemas.microsoft.com/office/drawing/2014/main" id="{2EA6B5C4-24E3-C021-071B-DFF6C6CC497B}"/>
              </a:ext>
            </a:extLst>
          </p:cNvPr>
          <p:cNvSpPr>
            <a:spLocks noGrp="1"/>
          </p:cNvSpPr>
          <p:nvPr>
            <p:ph type="body" sz="quarter" idx="16" hasCustomPrompt="1"/>
          </p:nvPr>
        </p:nvSpPr>
        <p:spPr>
          <a:xfrm>
            <a:off x="933449" y="3429000"/>
            <a:ext cx="2920796" cy="2927350"/>
          </a:xfrm>
          <a:prstGeom prst="rect">
            <a:avLst/>
          </a:prstGeom>
        </p:spPr>
        <p:txBody>
          <a:bodyP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600" spc="100" baseline="0"/>
            </a:lvl2pPr>
            <a:lvl3pPr marL="914400" indent="0">
              <a:lnSpc>
                <a:spcPct val="125000"/>
              </a:lnSpc>
              <a:spcBef>
                <a:spcPts val="0"/>
              </a:spcBef>
              <a:spcAft>
                <a:spcPts val="600"/>
              </a:spcAft>
              <a:buNone/>
              <a:defRPr sz="1400" spc="100" baseline="0"/>
            </a:lvl3pPr>
            <a:lvl4pPr marL="1371600" indent="0">
              <a:lnSpc>
                <a:spcPct val="125000"/>
              </a:lnSpc>
              <a:spcBef>
                <a:spcPts val="0"/>
              </a:spcBef>
              <a:spcAft>
                <a:spcPts val="600"/>
              </a:spcAft>
              <a:buNone/>
              <a:defRPr sz="1200" spc="100" baseline="0"/>
            </a:lvl4pPr>
            <a:lvl5pPr marL="1828800" indent="0">
              <a:lnSpc>
                <a:spcPct val="125000"/>
              </a:lnSpc>
              <a:spcBef>
                <a:spcPts val="0"/>
              </a:spcBef>
              <a:spcAft>
                <a:spcPts val="600"/>
              </a:spcAft>
              <a:buNone/>
              <a:defRPr sz="12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FF255611-8280-41F3-A5FA-821E144AEAE7}"/>
              </a:ext>
            </a:extLst>
          </p:cNvPr>
          <p:cNvSpPr>
            <a:spLocks noGrp="1"/>
          </p:cNvSpPr>
          <p:nvPr>
            <p:ph sz="quarter" idx="15" hasCustomPrompt="1"/>
          </p:nvPr>
        </p:nvSpPr>
        <p:spPr>
          <a:xfrm>
            <a:off x="5220928" y="787869"/>
            <a:ext cx="6292646" cy="5432263"/>
          </a:xfrm>
          <a:prstGeom prst="rect">
            <a:avLst/>
          </a:prstGeom>
        </p:spPr>
        <p:txBody>
          <a:bodyPr/>
          <a:lstStyle>
            <a:lvl1pPr marL="0" indent="0" algn="ctr">
              <a:buNone/>
              <a:defRPr sz="1800" cap="all" baseline="0">
                <a:solidFill>
                  <a:schemeClr val="tx1"/>
                </a:solidFill>
              </a:defRPr>
            </a:lvl1pPr>
            <a:lvl2pPr marL="457200" indent="0">
              <a:buNone/>
              <a:defRPr sz="1600" cap="all" baseline="0">
                <a:solidFill>
                  <a:schemeClr val="accent5">
                    <a:lumMod val="50000"/>
                  </a:schemeClr>
                </a:solidFill>
              </a:defRPr>
            </a:lvl2pPr>
            <a:lvl3pPr marL="914400" indent="0">
              <a:buNone/>
              <a:defRPr sz="1400" cap="all" baseline="0">
                <a:solidFill>
                  <a:schemeClr val="accent5">
                    <a:lumMod val="50000"/>
                  </a:schemeClr>
                </a:solidFill>
              </a:defRPr>
            </a:lvl3pPr>
            <a:lvl4pPr marL="1371600" indent="0">
              <a:buNone/>
              <a:defRPr sz="1200" cap="all" baseline="0">
                <a:solidFill>
                  <a:schemeClr val="accent5">
                    <a:lumMod val="50000"/>
                  </a:schemeClr>
                </a:solidFill>
              </a:defRPr>
            </a:lvl4pPr>
            <a:lvl5pPr marL="1828800" indent="0">
              <a:buNone/>
              <a:defRPr sz="1200" cap="all" baseline="0">
                <a:solidFill>
                  <a:schemeClr val="accent5">
                    <a:lumMod val="50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33453DB9-3C4B-4136-96D2-08A7D5AD418F}"/>
              </a:ext>
            </a:extLst>
          </p:cNvPr>
          <p:cNvSpPr>
            <a:spLocks noGrp="1"/>
          </p:cNvSpPr>
          <p:nvPr>
            <p:ph type="dt" sz="half" idx="10"/>
          </p:nvPr>
        </p:nvSpPr>
        <p:spPr>
          <a:xfrm>
            <a:off x="838200" y="6356350"/>
            <a:ext cx="2743200" cy="365125"/>
          </a:xfrm>
          <a:prstGeom prst="rect">
            <a:avLst/>
          </a:prstGeom>
        </p:spPr>
        <p:txBody>
          <a:bodyPr/>
          <a:lstStyle/>
          <a:p>
            <a:r>
              <a:rPr lang="en-US" dirty="0"/>
              <a:t>20XX</a:t>
            </a:r>
          </a:p>
        </p:txBody>
      </p:sp>
      <p:sp>
        <p:nvSpPr>
          <p:cNvPr id="4" name="Footer Placeholder 3">
            <a:extLst>
              <a:ext uri="{FF2B5EF4-FFF2-40B4-BE49-F238E27FC236}">
                <a16:creationId xmlns:a16="http://schemas.microsoft.com/office/drawing/2014/main" id="{81464841-801A-499A-BFD2-9731D2D89C25}"/>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5" name="Slide Number Placeholder 4">
            <a:extLst>
              <a:ext uri="{FF2B5EF4-FFF2-40B4-BE49-F238E27FC236}">
                <a16:creationId xmlns:a16="http://schemas.microsoft.com/office/drawing/2014/main" id="{F9C78F9D-CD73-4D53-A871-D6C0B643A68D}"/>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378806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1225E-57F6-4605-A684-F9B30F1F664E}"/>
              </a:ext>
            </a:extLst>
          </p:cNvPr>
          <p:cNvSpPr>
            <a:spLocks noGrp="1"/>
          </p:cNvSpPr>
          <p:nvPr>
            <p:ph type="title" hasCustomPrompt="1"/>
          </p:nvPr>
        </p:nvSpPr>
        <p:spPr>
          <a:xfrm>
            <a:off x="-10559" y="1"/>
            <a:ext cx="4952999" cy="2182482"/>
          </a:xfrm>
          <a:prstGeom prst="rect">
            <a:avLst/>
          </a:prstGeom>
          <a:solidFill>
            <a:schemeClr val="accent2">
              <a:alpha val="92000"/>
            </a:schemeClr>
          </a:solidFill>
        </p:spPr>
        <p:txBody>
          <a:bodyPr lIns="731520" rIns="731520" anchor="ctr"/>
          <a:lstStyle>
            <a:lvl1pPr algn="ctr">
              <a:defRPr sz="2400" cap="all" spc="100" baseline="0">
                <a:solidFill>
                  <a:schemeClr val="bg1"/>
                </a:solidFill>
              </a:defRPr>
            </a:lvl1pPr>
          </a:lstStyle>
          <a:p>
            <a:r>
              <a:rPr lang="en-US" dirty="0"/>
              <a:t>Click to add title</a:t>
            </a:r>
          </a:p>
        </p:txBody>
      </p:sp>
      <p:sp>
        <p:nvSpPr>
          <p:cNvPr id="7" name="Picture Placeholder 8">
            <a:extLst>
              <a:ext uri="{FF2B5EF4-FFF2-40B4-BE49-F238E27FC236}">
                <a16:creationId xmlns:a16="http://schemas.microsoft.com/office/drawing/2014/main" id="{C93927AF-DF09-4CE5-8767-B2ECF0215BF5}"/>
              </a:ext>
            </a:extLst>
          </p:cNvPr>
          <p:cNvSpPr>
            <a:spLocks noGrp="1"/>
          </p:cNvSpPr>
          <p:nvPr>
            <p:ph type="pic" sz="quarter" idx="10" hasCustomPrompt="1"/>
          </p:nvPr>
        </p:nvSpPr>
        <p:spPr>
          <a:xfrm>
            <a:off x="4942932" y="0"/>
            <a:ext cx="7249067" cy="2182483"/>
          </a:xfrm>
          <a:prstGeom prst="rect">
            <a:avLst/>
          </a:prstGeom>
        </p:spPr>
        <p:txBody>
          <a:bodyPr/>
          <a:lstStyle>
            <a:lvl1pPr marL="0" indent="0" algn="ctr">
              <a:buNone/>
              <a:defRPr/>
            </a:lvl1pPr>
          </a:lstStyle>
          <a:p>
            <a:r>
              <a:rPr lang="en-US" dirty="0"/>
              <a:t>Click to add photo</a:t>
            </a:r>
          </a:p>
        </p:txBody>
      </p:sp>
      <p:sp>
        <p:nvSpPr>
          <p:cNvPr id="11" name="Text Placeholder 10">
            <a:extLst>
              <a:ext uri="{FF2B5EF4-FFF2-40B4-BE49-F238E27FC236}">
                <a16:creationId xmlns:a16="http://schemas.microsoft.com/office/drawing/2014/main" id="{FE8D114B-8AAB-41D6-AFCF-750066A65291}"/>
              </a:ext>
            </a:extLst>
          </p:cNvPr>
          <p:cNvSpPr>
            <a:spLocks noGrp="1"/>
          </p:cNvSpPr>
          <p:nvPr>
            <p:ph type="body" sz="quarter" idx="12" hasCustomPrompt="1"/>
          </p:nvPr>
        </p:nvSpPr>
        <p:spPr>
          <a:xfrm>
            <a:off x="819728" y="2924355"/>
            <a:ext cx="3769525" cy="3300645"/>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6" name="Content Placeholder 5">
            <a:extLst>
              <a:ext uri="{FF2B5EF4-FFF2-40B4-BE49-F238E27FC236}">
                <a16:creationId xmlns:a16="http://schemas.microsoft.com/office/drawing/2014/main" id="{46E5C19A-AE6A-FEDE-6B3C-9B1701F4C501}"/>
              </a:ext>
            </a:extLst>
          </p:cNvPr>
          <p:cNvSpPr>
            <a:spLocks noGrp="1"/>
          </p:cNvSpPr>
          <p:nvPr>
            <p:ph sz="quarter" idx="13" hasCustomPrompt="1"/>
          </p:nvPr>
        </p:nvSpPr>
        <p:spPr>
          <a:xfrm>
            <a:off x="4933262" y="2932801"/>
            <a:ext cx="6411912" cy="3300851"/>
          </a:xfrm>
          <a:prstGeom prst="rect">
            <a:avLst/>
          </a:prstGeom>
        </p:spPr>
        <p:txBody>
          <a:bodyPr/>
          <a:lstStyle>
            <a:lvl1pPr marL="283464" indent="-283464">
              <a:lnSpc>
                <a:spcPct val="125000"/>
              </a:lnSpc>
              <a:spcBef>
                <a:spcPts val="0"/>
              </a:spcBef>
              <a:spcAft>
                <a:spcPts val="0"/>
              </a:spcAft>
              <a:defRPr sz="1800" spc="100" baseline="0"/>
            </a:lvl1pPr>
            <a:lvl2pPr marL="914400" indent="-283464">
              <a:lnSpc>
                <a:spcPct val="125000"/>
              </a:lnSpc>
              <a:spcBef>
                <a:spcPts val="0"/>
              </a:spcBef>
              <a:spcAft>
                <a:spcPts val="0"/>
              </a:spcAft>
              <a:defRPr sz="1800" spc="100" baseline="0"/>
            </a:lvl2pPr>
            <a:lvl3pPr marL="1371600" indent="-283464">
              <a:lnSpc>
                <a:spcPct val="125000"/>
              </a:lnSpc>
              <a:spcBef>
                <a:spcPts val="0"/>
              </a:spcBef>
              <a:spcAft>
                <a:spcPts val="0"/>
              </a:spcAft>
              <a:defRPr sz="1800" spc="100" baseline="0"/>
            </a:lvl3pPr>
            <a:lvl4pPr marL="1828800" indent="-283464">
              <a:lnSpc>
                <a:spcPct val="125000"/>
              </a:lnSpc>
              <a:spcBef>
                <a:spcPts val="0"/>
              </a:spcBef>
              <a:spcAft>
                <a:spcPts val="0"/>
              </a:spcAft>
              <a:defRPr sz="1800" spc="100" baseline="0"/>
            </a:lvl4pPr>
            <a:lvl5pPr marL="2286000" indent="-283464">
              <a:lnSpc>
                <a:spcPct val="125000"/>
              </a:lnSpc>
              <a:spcBef>
                <a:spcPts val="0"/>
              </a:spcBef>
              <a:spcAft>
                <a:spcPts val="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8751D887-2419-4911-A7CC-9B5A598D71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9" name="Footer Placeholder 4">
            <a:extLst>
              <a:ext uri="{FF2B5EF4-FFF2-40B4-BE49-F238E27FC236}">
                <a16:creationId xmlns:a16="http://schemas.microsoft.com/office/drawing/2014/main" id="{B8B214E0-C574-4CE5-8FF0-E0F965A4A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0" name="Slide Number Placeholder 5">
            <a:extLst>
              <a:ext uri="{FF2B5EF4-FFF2-40B4-BE49-F238E27FC236}">
                <a16:creationId xmlns:a16="http://schemas.microsoft.com/office/drawing/2014/main" id="{6C033920-FB08-49F3-8A75-14E68EF78D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5195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6722F2-1968-8B82-9382-187D808D9CAE}"/>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9">
            <a:extLst>
              <a:ext uri="{FF2B5EF4-FFF2-40B4-BE49-F238E27FC236}">
                <a16:creationId xmlns:a16="http://schemas.microsoft.com/office/drawing/2014/main" id="{8F6663C8-5425-48D7-9E9D-F2B794222FA5}"/>
              </a:ext>
            </a:extLst>
          </p:cNvPr>
          <p:cNvSpPr>
            <a:spLocks noGrp="1"/>
          </p:cNvSpPr>
          <p:nvPr>
            <p:ph type="title" hasCustomPrompt="1"/>
          </p:nvPr>
        </p:nvSpPr>
        <p:spPr>
          <a:xfrm>
            <a:off x="838200" y="241541"/>
            <a:ext cx="10515600" cy="1215894"/>
          </a:xfrm>
          <a:prstGeom prst="rect">
            <a:avLst/>
          </a:prstGeom>
        </p:spPr>
        <p:txBody>
          <a:bodyPr anchor="b"/>
          <a:lstStyle>
            <a:lvl1pPr algn="ctr">
              <a:defRPr sz="2400" cap="all" spc="100" baseline="0">
                <a:solidFill>
                  <a:schemeClr val="tx2"/>
                </a:solidFill>
              </a:defRPr>
            </a:lvl1pPr>
          </a:lstStyle>
          <a:p>
            <a:r>
              <a:rPr lang="en-US" dirty="0"/>
              <a:t>CLICK TO add title</a:t>
            </a:r>
          </a:p>
        </p:txBody>
      </p:sp>
      <p:sp>
        <p:nvSpPr>
          <p:cNvPr id="30" name="Content Placeholder 29">
            <a:extLst>
              <a:ext uri="{FF2B5EF4-FFF2-40B4-BE49-F238E27FC236}">
                <a16:creationId xmlns:a16="http://schemas.microsoft.com/office/drawing/2014/main" id="{E7176063-74EF-4FC1-A687-2F5900412F55}"/>
              </a:ext>
            </a:extLst>
          </p:cNvPr>
          <p:cNvSpPr>
            <a:spLocks noGrp="1"/>
          </p:cNvSpPr>
          <p:nvPr>
            <p:ph sz="quarter" idx="35" hasCustomPrompt="1"/>
          </p:nvPr>
        </p:nvSpPr>
        <p:spPr>
          <a:xfrm>
            <a:off x="859468" y="2674190"/>
            <a:ext cx="10494331" cy="3605840"/>
          </a:xfrm>
          <a:prstGeom prst="rect">
            <a:avLst/>
          </a:prstGeom>
        </p:spPr>
        <p:txBody>
          <a:bodyPr/>
          <a:lstStyle>
            <a:lvl1pPr marL="0" indent="0">
              <a:buNone/>
              <a:defRPr sz="14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058ECB-2935-45B1-80F1-ED38302C2759}"/>
              </a:ext>
            </a:extLst>
          </p:cNvPr>
          <p:cNvSpPr>
            <a:spLocks noGrp="1"/>
          </p:cNvSpPr>
          <p:nvPr>
            <p:ph type="dt" sz="half" idx="10"/>
          </p:nvPr>
        </p:nvSpPr>
        <p:spPr>
          <a:xfrm>
            <a:off x="838200" y="6356350"/>
            <a:ext cx="2743200" cy="365125"/>
          </a:xfrm>
          <a:prstGeom prst="rect">
            <a:avLst/>
          </a:prstGeom>
        </p:spPr>
        <p:txBody>
          <a:bodyPr/>
          <a:lstStyle/>
          <a:p>
            <a:r>
              <a:rPr lang="en-US" dirty="0"/>
              <a:t>20XX</a:t>
            </a:r>
          </a:p>
        </p:txBody>
      </p:sp>
      <p:sp>
        <p:nvSpPr>
          <p:cNvPr id="4" name="Footer Placeholder 3">
            <a:extLst>
              <a:ext uri="{FF2B5EF4-FFF2-40B4-BE49-F238E27FC236}">
                <a16:creationId xmlns:a16="http://schemas.microsoft.com/office/drawing/2014/main" id="{B8FC42CC-A62B-40E8-907A-F15D7C216F8A}"/>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5" name="Slide Number Placeholder 4">
            <a:extLst>
              <a:ext uri="{FF2B5EF4-FFF2-40B4-BE49-F238E27FC236}">
                <a16:creationId xmlns:a16="http://schemas.microsoft.com/office/drawing/2014/main" id="{333E0735-85DE-48C3-8FE9-0754F9ABD6C1}"/>
              </a:ext>
            </a:extLst>
          </p:cNvPr>
          <p:cNvSpPr>
            <a:spLocks noGrp="1"/>
          </p:cNvSpPr>
          <p:nvPr>
            <p:ph type="sldNum" sz="quarter" idx="12"/>
          </p:nvPr>
        </p:nvSpPr>
        <p:spPr>
          <a:xfrm>
            <a:off x="8610600" y="6356350"/>
            <a:ext cx="2743200" cy="365125"/>
          </a:xfrm>
          <a:prstGeom prst="rect">
            <a:avLst/>
          </a:prstGeom>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78116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130061" y="1541398"/>
            <a:ext cx="4442603" cy="2124827"/>
          </a:xfrm>
          <a:prstGeom prst="rect">
            <a:avLst/>
          </a:prstGeom>
          <a:noFill/>
          <a:ln w="28575">
            <a:solidFill>
              <a:schemeClr val="tx1"/>
            </a:solidFill>
          </a:ln>
        </p:spPr>
        <p:txBody>
          <a:bodyPr anchor="ctr"/>
          <a:lstStyle>
            <a:lvl1pPr algn="ctr">
              <a:defRPr sz="2400" cap="all" spc="100" baseline="0">
                <a:solidFill>
                  <a:schemeClr val="tx1"/>
                </a:solidFill>
              </a:defRPr>
            </a:lvl1pPr>
          </a:lstStyle>
          <a:p>
            <a:r>
              <a:rPr lang="en-US" dirty="0"/>
              <a:t>Add title</a:t>
            </a:r>
          </a:p>
        </p:txBody>
      </p:sp>
      <p:sp>
        <p:nvSpPr>
          <p:cNvPr id="38" name="Text Placeholder 10">
            <a:extLst>
              <a:ext uri="{FF2B5EF4-FFF2-40B4-BE49-F238E27FC236}">
                <a16:creationId xmlns:a16="http://schemas.microsoft.com/office/drawing/2014/main" id="{34C23C4D-3C16-4A17-BF8A-A9C4E2F013E3}"/>
              </a:ext>
            </a:extLst>
          </p:cNvPr>
          <p:cNvSpPr>
            <a:spLocks noGrp="1"/>
          </p:cNvSpPr>
          <p:nvPr>
            <p:ph type="body" sz="quarter" idx="19" hasCustomPrompt="1"/>
          </p:nvPr>
        </p:nvSpPr>
        <p:spPr>
          <a:xfrm>
            <a:off x="1130061" y="3984426"/>
            <a:ext cx="4442603" cy="2424999"/>
          </a:xfrm>
          <a:prstGeom prst="rect">
            <a:avLst/>
          </a:prstGeom>
        </p:spPr>
        <p:txBody>
          <a:bodyPr anchor="t"/>
          <a:lstStyle>
            <a:lvl1pPr marL="0" indent="0" algn="ctr">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6771736" y="0"/>
            <a:ext cx="5420263" cy="6858000"/>
          </a:xfrm>
          <a:prstGeom prst="rect">
            <a:avLst/>
          </a:prstGeom>
        </p:spPr>
        <p:txBody>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425779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E02389-643A-44A3-9E32-4459CAEAC3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5" name="Footer Placeholder 4">
            <a:extLst>
              <a:ext uri="{FF2B5EF4-FFF2-40B4-BE49-F238E27FC236}">
                <a16:creationId xmlns:a16="http://schemas.microsoft.com/office/drawing/2014/main" id="{1E3E221A-6F27-4890-B073-7BA27B8FB5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6" name="Slide Number Placeholder 5">
            <a:extLst>
              <a:ext uri="{FF2B5EF4-FFF2-40B4-BE49-F238E27FC236}">
                <a16:creationId xmlns:a16="http://schemas.microsoft.com/office/drawing/2014/main" id="{40B06CAC-A122-486F-81C6-4299D83E94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23011387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73" r:id="rId3"/>
    <p:sldLayoutId id="2147483669" r:id="rId4"/>
    <p:sldLayoutId id="2147483651" r:id="rId5"/>
    <p:sldLayoutId id="2147483671" r:id="rId6"/>
    <p:sldLayoutId id="2147483652" r:id="rId7"/>
    <p:sldLayoutId id="2147483653" r:id="rId8"/>
    <p:sldLayoutId id="2147483650" r:id="rId9"/>
    <p:sldLayoutId id="2147483664" r:id="rId10"/>
    <p:sldLayoutId id="2147483659" r:id="rId11"/>
    <p:sldLayoutId id="2147483662" r:id="rId12"/>
    <p:sldLayoutId id="2147483670"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Close-up of a green field">
            <a:extLst>
              <a:ext uri="{FF2B5EF4-FFF2-40B4-BE49-F238E27FC236}">
                <a16:creationId xmlns:a16="http://schemas.microsoft.com/office/drawing/2014/main" id="{FE4A4B5C-D71A-0CFA-A601-EB93F13F5AA0}"/>
              </a:ext>
            </a:extLst>
          </p:cNvPr>
          <p:cNvPicPr>
            <a:picLocks noGrp="1" noChangeAspect="1"/>
          </p:cNvPicPr>
          <p:nvPr>
            <p:ph type="pic" sz="quarter" idx="10"/>
          </p:nvPr>
        </p:nvPicPr>
        <p:blipFill>
          <a:blip r:embed="rId2">
            <a:alphaModFix amt="50000"/>
          </a:blip>
          <a:srcRect/>
          <a:stretch/>
        </p:blipFill>
        <p:spPr>
          <a:xfrm>
            <a:off x="0" y="-2"/>
            <a:ext cx="12192000" cy="6858000"/>
          </a:xfrm>
        </p:spPr>
      </p:pic>
      <p:sp>
        <p:nvSpPr>
          <p:cNvPr id="7" name="Title 6">
            <a:extLst>
              <a:ext uri="{FF2B5EF4-FFF2-40B4-BE49-F238E27FC236}">
                <a16:creationId xmlns:a16="http://schemas.microsoft.com/office/drawing/2014/main" id="{C0147929-8D39-DAA9-C3C5-4829D9C31C27}"/>
              </a:ext>
            </a:extLst>
          </p:cNvPr>
          <p:cNvSpPr>
            <a:spLocks noGrp="1"/>
          </p:cNvSpPr>
          <p:nvPr>
            <p:ph type="title"/>
          </p:nvPr>
        </p:nvSpPr>
        <p:spPr>
          <a:xfrm>
            <a:off x="1199909" y="2335192"/>
            <a:ext cx="9792182" cy="2187616"/>
          </a:xfrm>
        </p:spPr>
        <p:txBody>
          <a:bodyPr/>
          <a:lstStyle/>
          <a:p>
            <a:r>
              <a:rPr lang="en-GB" dirty="0"/>
              <a:t>B</a:t>
            </a:r>
            <a:r>
              <a:rPr lang="en-US" dirty="0"/>
              <a:t>ALANCED GROUP WORK SYSTEM </a:t>
            </a:r>
          </a:p>
        </p:txBody>
      </p:sp>
    </p:spTree>
    <p:extLst>
      <p:ext uri="{BB962C8B-B14F-4D97-AF65-F5344CB8AC3E}">
        <p14:creationId xmlns:p14="http://schemas.microsoft.com/office/powerpoint/2010/main" val="1760268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green rolling hills with a sunset">
            <a:extLst>
              <a:ext uri="{FF2B5EF4-FFF2-40B4-BE49-F238E27FC236}">
                <a16:creationId xmlns:a16="http://schemas.microsoft.com/office/drawing/2014/main" id="{565AB0FC-9FCD-FDB2-1D84-F3D855D83877}"/>
              </a:ext>
            </a:extLst>
          </p:cNvPr>
          <p:cNvPicPr>
            <a:picLocks noGrp="1" noChangeAspect="1"/>
          </p:cNvPicPr>
          <p:nvPr>
            <p:ph type="pic" sz="quarter" idx="10"/>
          </p:nvPr>
        </p:nvPicPr>
        <p:blipFill>
          <a:blip r:embed="rId2"/>
          <a:srcRect/>
          <a:stretch/>
        </p:blipFill>
        <p:spPr>
          <a:xfrm>
            <a:off x="0" y="0"/>
            <a:ext cx="6772276" cy="6858000"/>
          </a:xfrm>
        </p:spPr>
      </p:pic>
      <p:sp>
        <p:nvSpPr>
          <p:cNvPr id="47" name="Title 46">
            <a:extLst>
              <a:ext uri="{FF2B5EF4-FFF2-40B4-BE49-F238E27FC236}">
                <a16:creationId xmlns:a16="http://schemas.microsoft.com/office/drawing/2014/main" id="{3F9E60C6-15AA-4C95-9519-652CD08A827C}"/>
              </a:ext>
            </a:extLst>
          </p:cNvPr>
          <p:cNvSpPr>
            <a:spLocks noGrp="1"/>
          </p:cNvSpPr>
          <p:nvPr>
            <p:ph type="title"/>
          </p:nvPr>
        </p:nvSpPr>
        <p:spPr>
          <a:xfrm>
            <a:off x="1224747" y="2365057"/>
            <a:ext cx="4377400" cy="2160644"/>
          </a:xfrm>
        </p:spPr>
        <p:txBody>
          <a:bodyPr/>
          <a:lstStyle/>
          <a:p>
            <a:r>
              <a:rPr lang="en-GB" dirty="0"/>
              <a:t>TOPICS </a:t>
            </a:r>
            <a:endParaRPr lang="en-US" dirty="0"/>
          </a:p>
        </p:txBody>
      </p:sp>
      <p:sp>
        <p:nvSpPr>
          <p:cNvPr id="19" name="Text Placeholder 18">
            <a:extLst>
              <a:ext uri="{FF2B5EF4-FFF2-40B4-BE49-F238E27FC236}">
                <a16:creationId xmlns:a16="http://schemas.microsoft.com/office/drawing/2014/main" id="{E0E8875C-8FE5-DCE1-106E-5F34DFD1618E}"/>
              </a:ext>
            </a:extLst>
          </p:cNvPr>
          <p:cNvSpPr>
            <a:spLocks noGrp="1"/>
          </p:cNvSpPr>
          <p:nvPr>
            <p:ph type="body" sz="quarter" idx="12"/>
          </p:nvPr>
        </p:nvSpPr>
        <p:spPr/>
        <p:txBody>
          <a:bodyPr/>
          <a:lstStyle/>
          <a:p>
            <a:endParaRPr lang="en-US" dirty="0"/>
          </a:p>
        </p:txBody>
      </p:sp>
      <p:sp>
        <p:nvSpPr>
          <p:cNvPr id="4" name="Text Placeholder 3">
            <a:extLst>
              <a:ext uri="{FF2B5EF4-FFF2-40B4-BE49-F238E27FC236}">
                <a16:creationId xmlns:a16="http://schemas.microsoft.com/office/drawing/2014/main" id="{39D3AADE-5119-8CE2-0DD5-2BD7E3403288}"/>
              </a:ext>
            </a:extLst>
          </p:cNvPr>
          <p:cNvSpPr>
            <a:spLocks noGrp="1"/>
          </p:cNvSpPr>
          <p:nvPr>
            <p:ph type="body" sz="quarter" idx="11"/>
          </p:nvPr>
        </p:nvSpPr>
        <p:spPr>
          <a:xfrm>
            <a:off x="7835900" y="2071688"/>
            <a:ext cx="3773488" cy="2732087"/>
          </a:xfrm>
        </p:spPr>
        <p:txBody>
          <a:bodyPr/>
          <a:lstStyle/>
          <a:p>
            <a:r>
              <a:rPr lang="en-US" dirty="0"/>
              <a:t>THE SCENARIO </a:t>
            </a:r>
          </a:p>
          <a:p>
            <a:r>
              <a:rPr lang="en-US" dirty="0"/>
              <a:t>GROUP ROLES </a:t>
            </a:r>
          </a:p>
          <a:p>
            <a:r>
              <a:rPr lang="en-US" dirty="0"/>
              <a:t>PROBLEM STATEMENT </a:t>
            </a:r>
          </a:p>
          <a:p>
            <a:r>
              <a:rPr lang="en-US" dirty="0"/>
              <a:t>REALESTIC SOLUTION</a:t>
            </a:r>
          </a:p>
          <a:p>
            <a:r>
              <a:rPr lang="en-US" dirty="0"/>
              <a:t>IMPLEMENTATION PLAN  </a:t>
            </a:r>
          </a:p>
          <a:p>
            <a:r>
              <a:rPr lang="en-US" dirty="0"/>
              <a:t>EXPECTED BENEFIT </a:t>
            </a:r>
          </a:p>
          <a:p>
            <a:endParaRPr lang="en-US" dirty="0"/>
          </a:p>
        </p:txBody>
      </p:sp>
      <p:sp>
        <p:nvSpPr>
          <p:cNvPr id="20" name="Slide Number Placeholder 19">
            <a:extLst>
              <a:ext uri="{FF2B5EF4-FFF2-40B4-BE49-F238E27FC236}">
                <a16:creationId xmlns:a16="http://schemas.microsoft.com/office/drawing/2014/main" id="{DA9558D5-EB6D-C2EA-C5E2-790769448541}"/>
              </a:ext>
            </a:extLst>
          </p:cNvPr>
          <p:cNvSpPr>
            <a:spLocks noGrp="1"/>
          </p:cNvSpPr>
          <p:nvPr>
            <p:ph type="sldNum" sz="quarter" idx="4"/>
          </p:nvPr>
        </p:nvSpPr>
        <p:spPr/>
        <p:txBody>
          <a:bodyPr/>
          <a:lstStyle/>
          <a:p>
            <a:fld id="{EA87306C-81BA-4795-A5CA-9392456A8C1E}" type="slidenum">
              <a:rPr lang="en-US" smtClean="0"/>
              <a:pPr/>
              <a:t>2</a:t>
            </a:fld>
            <a:endParaRPr lang="en-US" dirty="0"/>
          </a:p>
        </p:txBody>
      </p:sp>
    </p:spTree>
    <p:extLst>
      <p:ext uri="{BB962C8B-B14F-4D97-AF65-F5344CB8AC3E}">
        <p14:creationId xmlns:p14="http://schemas.microsoft.com/office/powerpoint/2010/main" val="3590292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field of wheat with tracks in it">
            <a:extLst>
              <a:ext uri="{FF2B5EF4-FFF2-40B4-BE49-F238E27FC236}">
                <a16:creationId xmlns:a16="http://schemas.microsoft.com/office/drawing/2014/main" id="{5BA975B6-ACDF-974C-4B0A-792DE5F09CB6}"/>
              </a:ext>
            </a:extLst>
          </p:cNvPr>
          <p:cNvPicPr>
            <a:picLocks noGrp="1" noChangeAspect="1"/>
          </p:cNvPicPr>
          <p:nvPr>
            <p:ph type="pic" sz="quarter" idx="10"/>
          </p:nvPr>
        </p:nvPicPr>
        <p:blipFill>
          <a:blip r:embed="rId2">
            <a:alphaModFix amt="50000"/>
          </a:blip>
          <a:srcRect/>
          <a:stretch/>
        </p:blipFill>
        <p:spPr>
          <a:xfrm>
            <a:off x="0" y="-2"/>
            <a:ext cx="12192000" cy="6858000"/>
          </a:xfrm>
        </p:spPr>
      </p:pic>
      <p:sp>
        <p:nvSpPr>
          <p:cNvPr id="3" name="Title 2">
            <a:extLst>
              <a:ext uri="{FF2B5EF4-FFF2-40B4-BE49-F238E27FC236}">
                <a16:creationId xmlns:a16="http://schemas.microsoft.com/office/drawing/2014/main" id="{05BF4AF3-2D87-5D1D-245D-49E6F0B09A40}"/>
              </a:ext>
            </a:extLst>
          </p:cNvPr>
          <p:cNvSpPr>
            <a:spLocks noGrp="1"/>
          </p:cNvSpPr>
          <p:nvPr>
            <p:ph type="title"/>
          </p:nvPr>
        </p:nvSpPr>
        <p:spPr>
          <a:xfrm>
            <a:off x="1199909" y="2335192"/>
            <a:ext cx="9792182" cy="2187616"/>
          </a:xfrm>
        </p:spPr>
        <p:txBody>
          <a:bodyPr/>
          <a:lstStyle/>
          <a:p>
            <a:r>
              <a:rPr lang="en-US" dirty="0"/>
              <a:t>THE SCENARIO</a:t>
            </a:r>
          </a:p>
        </p:txBody>
      </p:sp>
    </p:spTree>
    <p:extLst>
      <p:ext uri="{BB962C8B-B14F-4D97-AF65-F5344CB8AC3E}">
        <p14:creationId xmlns:p14="http://schemas.microsoft.com/office/powerpoint/2010/main" val="171007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4" descr="A close-up of a field">
            <a:extLst>
              <a:ext uri="{FF2B5EF4-FFF2-40B4-BE49-F238E27FC236}">
                <a16:creationId xmlns:a16="http://schemas.microsoft.com/office/drawing/2014/main" id="{DA3FAC68-747F-999F-4EF5-874B39A6DD5B}"/>
              </a:ext>
            </a:extLst>
          </p:cNvPr>
          <p:cNvPicPr>
            <a:picLocks noGrp="1" noChangeAspect="1"/>
          </p:cNvPicPr>
          <p:nvPr>
            <p:ph type="pic" sz="quarter" idx="15"/>
          </p:nvPr>
        </p:nvPicPr>
        <p:blipFill>
          <a:blip r:embed="rId2"/>
          <a:srcRect l="234" r="234"/>
          <a:stretch/>
        </p:blipFill>
        <p:spPr>
          <a:xfrm>
            <a:off x="6789480" y="0"/>
            <a:ext cx="5394960" cy="6858000"/>
          </a:xfrm>
        </p:spPr>
      </p:pic>
      <p:sp>
        <p:nvSpPr>
          <p:cNvPr id="5" name="Slide Number Placeholder 4">
            <a:extLst>
              <a:ext uri="{FF2B5EF4-FFF2-40B4-BE49-F238E27FC236}">
                <a16:creationId xmlns:a16="http://schemas.microsoft.com/office/drawing/2014/main" id="{B51885A6-2008-15E5-517B-3CBBFE99B11A}"/>
              </a:ext>
            </a:extLst>
          </p:cNvPr>
          <p:cNvSpPr>
            <a:spLocks noGrp="1"/>
          </p:cNvSpPr>
          <p:nvPr>
            <p:ph type="sldNum" sz="quarter" idx="4"/>
          </p:nvPr>
        </p:nvSpPr>
        <p:spPr>
          <a:xfrm>
            <a:off x="9791700" y="6356350"/>
            <a:ext cx="1562100" cy="365125"/>
          </a:xfrm>
        </p:spPr>
        <p:txBody>
          <a:bodyPr/>
          <a:lstStyle/>
          <a:p>
            <a:fld id="{EA87306C-81BA-4795-A5CA-9392456A8C1E}" type="slidenum">
              <a:rPr lang="en-US" smtClean="0"/>
              <a:pPr/>
              <a:t>4</a:t>
            </a:fld>
            <a:endParaRPr lang="en-US" dirty="0"/>
          </a:p>
        </p:txBody>
      </p:sp>
      <p:sp>
        <p:nvSpPr>
          <p:cNvPr id="6" name="Title 1">
            <a:extLst>
              <a:ext uri="{FF2B5EF4-FFF2-40B4-BE49-F238E27FC236}">
                <a16:creationId xmlns:a16="http://schemas.microsoft.com/office/drawing/2014/main" id="{FA54AEBF-73B2-2188-6E43-D85E829780A8}"/>
              </a:ext>
            </a:extLst>
          </p:cNvPr>
          <p:cNvSpPr>
            <a:spLocks noGrp="1"/>
          </p:cNvSpPr>
          <p:nvPr>
            <p:ph type="title"/>
          </p:nvPr>
        </p:nvSpPr>
        <p:spPr>
          <a:xfrm>
            <a:off x="146958" y="220436"/>
            <a:ext cx="6417128" cy="6237514"/>
          </a:xfrm>
        </p:spPr>
        <p:txBody>
          <a:bodyPr/>
          <a:lstStyle/>
          <a:p>
            <a:pPr algn="l"/>
            <a:r>
              <a:rPr lang="en-GB" b="1" dirty="0"/>
              <a:t>The group consists of five members. Among them, two students handle the majority of the work, while one student attends meetings but remains silent. Another student relies on AI tools for all tasks without fully understanding the material, and the last student frequently misses meetings due to work commitments. our task is to design a fair group work system that ensures every member contributes appropriately.</a:t>
            </a:r>
            <a:endParaRPr lang="en-US" sz="1400" dirty="0"/>
          </a:p>
        </p:txBody>
      </p:sp>
    </p:spTree>
    <p:extLst>
      <p:ext uri="{BB962C8B-B14F-4D97-AF65-F5344CB8AC3E}">
        <p14:creationId xmlns:p14="http://schemas.microsoft.com/office/powerpoint/2010/main" val="788226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CDA2767E-38F3-49F7-BE02-EA3E6C7C8096}"/>
              </a:ext>
            </a:extLst>
          </p:cNvPr>
          <p:cNvSpPr>
            <a:spLocks noGrp="1"/>
          </p:cNvSpPr>
          <p:nvPr>
            <p:ph type="title"/>
          </p:nvPr>
        </p:nvSpPr>
        <p:spPr>
          <a:xfrm>
            <a:off x="636608" y="804862"/>
            <a:ext cx="3401992" cy="5121375"/>
          </a:xfrm>
          <a:ln>
            <a:noFill/>
          </a:ln>
        </p:spPr>
        <p:txBody>
          <a:bodyPr/>
          <a:lstStyle/>
          <a:p>
            <a:r>
              <a:rPr lang="en-US" noProof="0" dirty="0"/>
              <a:t>RANKING ACCORDING TO THEIR POTENTIAL AND AVALIABILITY </a:t>
            </a:r>
            <a:endParaRPr lang="en-US" dirty="0"/>
          </a:p>
        </p:txBody>
      </p:sp>
      <p:graphicFrame>
        <p:nvGraphicFramePr>
          <p:cNvPr id="3" name="Content Placeholder 2">
            <a:extLst>
              <a:ext uri="{FF2B5EF4-FFF2-40B4-BE49-F238E27FC236}">
                <a16:creationId xmlns:a16="http://schemas.microsoft.com/office/drawing/2014/main" id="{EBE94693-AF2D-B7D4-413F-2D22E2292118}"/>
              </a:ext>
            </a:extLst>
          </p:cNvPr>
          <p:cNvGraphicFramePr>
            <a:graphicFrameLocks noGrp="1"/>
          </p:cNvGraphicFramePr>
          <p:nvPr>
            <p:ph sz="quarter" idx="10"/>
            <p:extLst>
              <p:ext uri="{D42A27DB-BD31-4B8C-83A1-F6EECF244321}">
                <p14:modId xmlns:p14="http://schemas.microsoft.com/office/powerpoint/2010/main" val="2297957659"/>
              </p:ext>
            </p:extLst>
          </p:nvPr>
        </p:nvGraphicFramePr>
        <p:xfrm>
          <a:off x="5580063" y="804863"/>
          <a:ext cx="5716587" cy="5248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00490171-2859-5322-0F76-C05597544FBD}"/>
              </a:ext>
            </a:extLst>
          </p:cNvPr>
          <p:cNvSpPr>
            <a:spLocks noGrp="1"/>
          </p:cNvSpPr>
          <p:nvPr>
            <p:ph type="sldNum" sz="quarter" idx="4"/>
          </p:nvPr>
        </p:nvSpPr>
        <p:spPr/>
        <p:txBody>
          <a:bodyPr/>
          <a:lstStyle/>
          <a:p>
            <a:fld id="{EA87306C-81BA-4795-A5CA-9392456A8C1E}" type="slidenum">
              <a:rPr lang="en-US" smtClean="0"/>
              <a:pPr/>
              <a:t>5</a:t>
            </a:fld>
            <a:endParaRPr lang="en-US" dirty="0"/>
          </a:p>
        </p:txBody>
      </p:sp>
    </p:spTree>
    <p:extLst>
      <p:ext uri="{BB962C8B-B14F-4D97-AF65-F5344CB8AC3E}">
        <p14:creationId xmlns:p14="http://schemas.microsoft.com/office/powerpoint/2010/main" val="654652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0BA3D-9921-C7FC-BC8D-5FC0FFA61E80}"/>
              </a:ext>
            </a:extLst>
          </p:cNvPr>
          <p:cNvSpPr>
            <a:spLocks noGrp="1"/>
          </p:cNvSpPr>
          <p:nvPr>
            <p:ph type="title"/>
          </p:nvPr>
        </p:nvSpPr>
        <p:spPr>
          <a:xfrm>
            <a:off x="5134980" y="706056"/>
            <a:ext cx="6323957" cy="1088020"/>
          </a:xfrm>
        </p:spPr>
        <p:txBody>
          <a:bodyPr/>
          <a:lstStyle/>
          <a:p>
            <a:r>
              <a:rPr lang="en-GB" dirty="0"/>
              <a:t>PROBLEM STATEMENT </a:t>
            </a:r>
            <a:endParaRPr lang="en-US" dirty="0"/>
          </a:p>
        </p:txBody>
      </p:sp>
      <p:pic>
        <p:nvPicPr>
          <p:cNvPr id="7" name="Picture Placeholder 26" descr="Arial view of an avenue of tree and pastures on either side">
            <a:extLst>
              <a:ext uri="{FF2B5EF4-FFF2-40B4-BE49-F238E27FC236}">
                <a16:creationId xmlns:a16="http://schemas.microsoft.com/office/drawing/2014/main" id="{839F036C-A908-D88B-93D2-2FC59D5D12AB}"/>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a:stretch/>
        </p:blipFill>
        <p:spPr>
          <a:xfrm>
            <a:off x="-1" y="0"/>
            <a:ext cx="4495801" cy="6858000"/>
          </a:xfrm>
        </p:spPr>
      </p:pic>
      <p:sp>
        <p:nvSpPr>
          <p:cNvPr id="5" name="Content Placeholder 4">
            <a:extLst>
              <a:ext uri="{FF2B5EF4-FFF2-40B4-BE49-F238E27FC236}">
                <a16:creationId xmlns:a16="http://schemas.microsoft.com/office/drawing/2014/main" id="{1F4B294B-3C01-ED06-AA96-7FF46F3D2A94}"/>
              </a:ext>
            </a:extLst>
          </p:cNvPr>
          <p:cNvSpPr>
            <a:spLocks noGrp="1"/>
          </p:cNvSpPr>
          <p:nvPr>
            <p:ph sz="quarter" idx="12"/>
          </p:nvPr>
        </p:nvSpPr>
        <p:spPr>
          <a:xfrm>
            <a:off x="8473281" y="2294680"/>
            <a:ext cx="3136127" cy="3967224"/>
          </a:xfrm>
        </p:spPr>
        <p:txBody>
          <a:bodyPr/>
          <a:lstStyle/>
          <a:p>
            <a:endParaRPr lang="en-US" dirty="0"/>
          </a:p>
          <a:p>
            <a:endParaRPr lang="en-US" dirty="0"/>
          </a:p>
        </p:txBody>
      </p:sp>
      <p:sp>
        <p:nvSpPr>
          <p:cNvPr id="6" name="Slide Number Placeholder 5">
            <a:extLst>
              <a:ext uri="{FF2B5EF4-FFF2-40B4-BE49-F238E27FC236}">
                <a16:creationId xmlns:a16="http://schemas.microsoft.com/office/drawing/2014/main" id="{6B645A76-E100-EFC9-2708-1B148174751D}"/>
              </a:ext>
            </a:extLst>
          </p:cNvPr>
          <p:cNvSpPr>
            <a:spLocks noGrp="1"/>
          </p:cNvSpPr>
          <p:nvPr>
            <p:ph type="sldNum" sz="quarter" idx="4"/>
          </p:nvPr>
        </p:nvSpPr>
        <p:spPr>
          <a:xfrm>
            <a:off x="8610600" y="6356350"/>
            <a:ext cx="2743200" cy="365125"/>
          </a:xfrm>
        </p:spPr>
        <p:txBody>
          <a:bodyPr/>
          <a:lstStyle/>
          <a:p>
            <a:fld id="{EA87306C-81BA-4795-A5CA-9392456A8C1E}" type="slidenum">
              <a:rPr lang="en-US" smtClean="0"/>
              <a:pPr/>
              <a:t>6</a:t>
            </a:fld>
            <a:endParaRPr lang="en-US" dirty="0"/>
          </a:p>
        </p:txBody>
      </p:sp>
      <p:sp>
        <p:nvSpPr>
          <p:cNvPr id="8" name="Content Placeholder 7">
            <a:extLst>
              <a:ext uri="{FF2B5EF4-FFF2-40B4-BE49-F238E27FC236}">
                <a16:creationId xmlns:a16="http://schemas.microsoft.com/office/drawing/2014/main" id="{19F15E27-4C25-876F-F573-11A9B24B1D01}"/>
              </a:ext>
            </a:extLst>
          </p:cNvPr>
          <p:cNvSpPr>
            <a:spLocks noGrp="1"/>
          </p:cNvSpPr>
          <p:nvPr>
            <p:ph sz="quarter" idx="11"/>
          </p:nvPr>
        </p:nvSpPr>
        <p:spPr/>
        <p:txBody>
          <a:bodyPr/>
          <a:lstStyle/>
          <a:p>
            <a:pPr marL="285750" indent="-285750">
              <a:buFont typeface="Arial" panose="020B0604020202020204" pitchFamily="34" charset="0"/>
              <a:buChar char="•"/>
            </a:pPr>
            <a:r>
              <a:rPr lang="en-GB" dirty="0"/>
              <a:t>COMPLICATED TO ASSIGN ROLES </a:t>
            </a:r>
          </a:p>
          <a:p>
            <a:pPr marL="285750" indent="-285750">
              <a:buFont typeface="Arial" panose="020B0604020202020204" pitchFamily="34" charset="0"/>
              <a:buChar char="•"/>
            </a:pPr>
            <a:r>
              <a:rPr lang="en-GB" dirty="0"/>
              <a:t>NOT EVERYONE IS AVAILABLE </a:t>
            </a:r>
          </a:p>
          <a:p>
            <a:pPr marL="285750" indent="-285750">
              <a:buFont typeface="Arial" panose="020B0604020202020204" pitchFamily="34" charset="0"/>
              <a:buChar char="•"/>
            </a:pPr>
            <a:r>
              <a:rPr lang="en-GB" dirty="0"/>
              <a:t>RELYING ON AI TOOLS</a:t>
            </a:r>
          </a:p>
          <a:p>
            <a:pPr marL="285750" indent="-285750">
              <a:buFont typeface="Arial" panose="020B0604020202020204" pitchFamily="34" charset="0"/>
              <a:buChar char="•"/>
            </a:pPr>
            <a:r>
              <a:rPr lang="en-GB" dirty="0"/>
              <a:t>DON’T COMMUNICATE IN GROUPS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981909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EAB21749-21E0-B555-8423-AF94BE383D1C}"/>
              </a:ext>
            </a:extLst>
          </p:cNvPr>
          <p:cNvSpPr>
            <a:spLocks noGrp="1"/>
          </p:cNvSpPr>
          <p:nvPr>
            <p:ph type="title"/>
          </p:nvPr>
        </p:nvSpPr>
        <p:spPr>
          <a:xfrm>
            <a:off x="838200" y="241541"/>
            <a:ext cx="10515600" cy="1215894"/>
          </a:xfrm>
        </p:spPr>
        <p:txBody>
          <a:bodyPr anchor="b">
            <a:normAutofit/>
          </a:bodyPr>
          <a:lstStyle/>
          <a:p>
            <a:r>
              <a:rPr lang="en-GB" dirty="0"/>
              <a:t>ASSIGNING ROLES </a:t>
            </a:r>
            <a:endParaRPr lang="en-US" dirty="0"/>
          </a:p>
        </p:txBody>
      </p:sp>
      <p:sp>
        <p:nvSpPr>
          <p:cNvPr id="2" name="Slide Number Placeholder 1">
            <a:extLst>
              <a:ext uri="{FF2B5EF4-FFF2-40B4-BE49-F238E27FC236}">
                <a16:creationId xmlns:a16="http://schemas.microsoft.com/office/drawing/2014/main" id="{C0D15DC2-8425-2530-3D59-ABE5D5C4AD2E}"/>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A87306C-81BA-4795-A5CA-9392456A8C1E}" type="slidenum">
              <a:rPr lang="en-US" smtClean="0"/>
              <a:pPr>
                <a:spcAft>
                  <a:spcPts val="600"/>
                </a:spcAft>
              </a:pPr>
              <a:t>7</a:t>
            </a:fld>
            <a:endParaRPr lang="en-US"/>
          </a:p>
        </p:txBody>
      </p:sp>
      <p:graphicFrame>
        <p:nvGraphicFramePr>
          <p:cNvPr id="5" name="Table 4">
            <a:extLst>
              <a:ext uri="{FF2B5EF4-FFF2-40B4-BE49-F238E27FC236}">
                <a16:creationId xmlns:a16="http://schemas.microsoft.com/office/drawing/2014/main" id="{DFF1A0BC-4783-D519-8249-30D90F0B8A9A}"/>
              </a:ext>
            </a:extLst>
          </p:cNvPr>
          <p:cNvGraphicFramePr>
            <a:graphicFrameLocks noGrp="1"/>
          </p:cNvGraphicFramePr>
          <p:nvPr>
            <p:extLst>
              <p:ext uri="{D42A27DB-BD31-4B8C-83A1-F6EECF244321}">
                <p14:modId xmlns:p14="http://schemas.microsoft.com/office/powerpoint/2010/main" val="4178788983"/>
              </p:ext>
            </p:extLst>
          </p:nvPr>
        </p:nvGraphicFramePr>
        <p:xfrm>
          <a:off x="859468" y="2793749"/>
          <a:ext cx="10494332" cy="3366726"/>
        </p:xfrm>
        <a:graphic>
          <a:graphicData uri="http://schemas.openxmlformats.org/drawingml/2006/table">
            <a:tbl>
              <a:tblPr firstRow="1" firstCol="1" bandRow="1">
                <a:solidFill>
                  <a:schemeClr val="bg1"/>
                </a:solidFill>
                <a:tableStyleId>{9DCAF9ED-07DC-4A11-8D7F-57B35C25682E}</a:tableStyleId>
              </a:tblPr>
              <a:tblGrid>
                <a:gridCol w="3455845">
                  <a:extLst>
                    <a:ext uri="{9D8B030D-6E8A-4147-A177-3AD203B41FA5}">
                      <a16:colId xmlns:a16="http://schemas.microsoft.com/office/drawing/2014/main" val="478496813"/>
                    </a:ext>
                  </a:extLst>
                </a:gridCol>
                <a:gridCol w="3582642">
                  <a:extLst>
                    <a:ext uri="{9D8B030D-6E8A-4147-A177-3AD203B41FA5}">
                      <a16:colId xmlns:a16="http://schemas.microsoft.com/office/drawing/2014/main" val="1361051535"/>
                    </a:ext>
                  </a:extLst>
                </a:gridCol>
                <a:gridCol w="3455845">
                  <a:extLst>
                    <a:ext uri="{9D8B030D-6E8A-4147-A177-3AD203B41FA5}">
                      <a16:colId xmlns:a16="http://schemas.microsoft.com/office/drawing/2014/main" val="2588712910"/>
                    </a:ext>
                  </a:extLst>
                </a:gridCol>
              </a:tblGrid>
              <a:tr h="439628">
                <a:tc>
                  <a:txBody>
                    <a:bodyPr/>
                    <a:lstStyle/>
                    <a:p>
                      <a:pPr marL="0" marR="0">
                        <a:lnSpc>
                          <a:spcPct val="115000"/>
                        </a:lnSpc>
                        <a:spcAft>
                          <a:spcPts val="1000"/>
                        </a:spcAft>
                        <a:buNone/>
                      </a:pPr>
                      <a:r>
                        <a:rPr lang="en-US" sz="1400" b="0" cap="none" spc="0">
                          <a:solidFill>
                            <a:schemeClr val="bg1"/>
                          </a:solidFill>
                          <a:effectLst/>
                        </a:rPr>
                        <a:t>Role</a:t>
                      </a:r>
                      <a:endParaRPr lang="en-US" sz="1400" b="0" cap="none" spc="0">
                        <a:solidFill>
                          <a:schemeClr val="bg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marL="0" marR="0">
                        <a:lnSpc>
                          <a:spcPct val="115000"/>
                        </a:lnSpc>
                        <a:spcAft>
                          <a:spcPts val="1000"/>
                        </a:spcAft>
                        <a:buNone/>
                      </a:pPr>
                      <a:r>
                        <a:rPr lang="en-US" sz="1400" b="0" cap="none" spc="0">
                          <a:solidFill>
                            <a:schemeClr val="bg1"/>
                          </a:solidFill>
                          <a:effectLst/>
                        </a:rPr>
                        <a:t>What this person must do</a:t>
                      </a:r>
                      <a:endParaRPr lang="en-US" sz="1400" b="0" cap="none" spc="0">
                        <a:solidFill>
                          <a:schemeClr val="bg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marL="0" marR="0">
                        <a:lnSpc>
                          <a:spcPct val="115000"/>
                        </a:lnSpc>
                        <a:spcAft>
                          <a:spcPts val="1000"/>
                        </a:spcAft>
                        <a:buNone/>
                      </a:pPr>
                      <a:r>
                        <a:rPr lang="en-US" sz="1400" b="0" cap="none" spc="0">
                          <a:solidFill>
                            <a:schemeClr val="bg1"/>
                          </a:solidFill>
                          <a:effectLst/>
                        </a:rPr>
                        <a:t>Student name</a:t>
                      </a:r>
                      <a:endParaRPr lang="en-US" sz="1400" b="0" cap="none" spc="0">
                        <a:solidFill>
                          <a:schemeClr val="bg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227347269"/>
                  </a:ext>
                </a:extLst>
              </a:tr>
              <a:tr h="682614">
                <a:tc>
                  <a:txBody>
                    <a:bodyPr/>
                    <a:lstStyle/>
                    <a:p>
                      <a:pPr marL="0" marR="0">
                        <a:lnSpc>
                          <a:spcPct val="115000"/>
                        </a:lnSpc>
                        <a:spcAft>
                          <a:spcPts val="1000"/>
                        </a:spcAft>
                        <a:buNone/>
                      </a:pPr>
                      <a:r>
                        <a:rPr lang="en-US" sz="1400" cap="none" spc="0" baseline="0" dirty="0">
                          <a:solidFill>
                            <a:schemeClr val="tx1"/>
                          </a:solidFill>
                          <a:effectLst/>
                        </a:rPr>
                        <a:t>Project Leader</a:t>
                      </a:r>
                      <a:endParaRPr lang="en-US" sz="1400" cap="none" spc="0" baseline="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0" marR="0">
                        <a:lnSpc>
                          <a:spcPct val="115000"/>
                        </a:lnSpc>
                        <a:spcAft>
                          <a:spcPts val="1000"/>
                        </a:spcAft>
                        <a:buNone/>
                      </a:pPr>
                      <a:r>
                        <a:rPr lang="en-US" sz="1400" cap="none" spc="0">
                          <a:solidFill>
                            <a:schemeClr val="tx1"/>
                          </a:solidFill>
                          <a:effectLst/>
                        </a:rPr>
                        <a:t>Keeps the group focused and makes sure everyone contributes.</a:t>
                      </a:r>
                      <a:endParaRPr lang="en-US" sz="1400" cap="none" spc="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marL="0" marR="0">
                        <a:lnSpc>
                          <a:spcPct val="115000"/>
                        </a:lnSpc>
                        <a:spcAft>
                          <a:spcPts val="1000"/>
                        </a:spcAft>
                        <a:buNone/>
                      </a:pPr>
                      <a:r>
                        <a:rPr lang="en-US" sz="1400" cap="none" spc="0" dirty="0">
                          <a:solidFill>
                            <a:schemeClr val="tx1"/>
                          </a:solidFill>
                          <a:effectLst/>
                        </a:rPr>
                        <a:t> MEMBER 1 </a:t>
                      </a:r>
                      <a:endParaRPr lang="en-US" sz="1400" cap="none" spc="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3598674610"/>
                  </a:ext>
                </a:extLst>
              </a:tr>
              <a:tr h="682614">
                <a:tc>
                  <a:txBody>
                    <a:bodyPr/>
                    <a:lstStyle/>
                    <a:p>
                      <a:pPr marL="0" marR="0">
                        <a:lnSpc>
                          <a:spcPct val="115000"/>
                        </a:lnSpc>
                        <a:spcAft>
                          <a:spcPts val="1000"/>
                        </a:spcAft>
                        <a:buNone/>
                      </a:pPr>
                      <a:r>
                        <a:rPr lang="en-US" sz="1400" cap="none" spc="0" baseline="0">
                          <a:solidFill>
                            <a:schemeClr val="tx1"/>
                          </a:solidFill>
                          <a:effectLst/>
                        </a:rPr>
                        <a:t>Discussion Manager</a:t>
                      </a:r>
                      <a:endParaRPr lang="en-US" sz="1400" cap="none" spc="0" baseline="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0" marR="0">
                        <a:lnSpc>
                          <a:spcPct val="115000"/>
                        </a:lnSpc>
                        <a:spcAft>
                          <a:spcPts val="1000"/>
                        </a:spcAft>
                        <a:buNone/>
                      </a:pPr>
                      <a:r>
                        <a:rPr lang="en-US" sz="1400" cap="none" spc="0">
                          <a:solidFill>
                            <a:schemeClr val="tx1"/>
                          </a:solidFill>
                          <a:effectLst/>
                        </a:rPr>
                        <a:t>Asks questions and encourages quiet members to speak.</a:t>
                      </a:r>
                      <a:endParaRPr lang="en-US" sz="1400" cap="none" spc="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0" marR="0">
                        <a:lnSpc>
                          <a:spcPct val="115000"/>
                        </a:lnSpc>
                        <a:spcAft>
                          <a:spcPts val="1000"/>
                        </a:spcAft>
                        <a:buNone/>
                      </a:pPr>
                      <a:r>
                        <a:rPr lang="en-GB" sz="1400" cap="none" spc="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rPr>
                        <a:t>MEMBER 3,MEMBER 2 </a:t>
                      </a:r>
                      <a:endParaRPr lang="en-US" sz="1400" cap="none" spc="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953277880"/>
                  </a:ext>
                </a:extLst>
              </a:tr>
              <a:tr h="439628">
                <a:tc>
                  <a:txBody>
                    <a:bodyPr/>
                    <a:lstStyle/>
                    <a:p>
                      <a:pPr marL="0" marR="0">
                        <a:lnSpc>
                          <a:spcPct val="115000"/>
                        </a:lnSpc>
                        <a:spcAft>
                          <a:spcPts val="1000"/>
                        </a:spcAft>
                        <a:buNone/>
                      </a:pPr>
                      <a:r>
                        <a:rPr lang="en-US" sz="1400" cap="none" spc="0" baseline="0">
                          <a:solidFill>
                            <a:schemeClr val="tx1"/>
                          </a:solidFill>
                          <a:effectLst/>
                        </a:rPr>
                        <a:t>Writer/Designer</a:t>
                      </a:r>
                      <a:endParaRPr lang="en-US" sz="1400" cap="none" spc="0" baseline="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0" marR="0">
                        <a:lnSpc>
                          <a:spcPct val="115000"/>
                        </a:lnSpc>
                        <a:spcAft>
                          <a:spcPts val="1000"/>
                        </a:spcAft>
                        <a:buNone/>
                      </a:pPr>
                      <a:r>
                        <a:rPr lang="en-US" sz="1400" cap="none" spc="0">
                          <a:solidFill>
                            <a:schemeClr val="tx1"/>
                          </a:solidFill>
                          <a:effectLst/>
                        </a:rPr>
                        <a:t>Writes the final group proposal neatly.</a:t>
                      </a:r>
                      <a:endParaRPr lang="en-US" sz="1400" cap="none" spc="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0" marR="0">
                        <a:lnSpc>
                          <a:spcPct val="115000"/>
                        </a:lnSpc>
                        <a:spcAft>
                          <a:spcPts val="1000"/>
                        </a:spcAft>
                        <a:buNone/>
                      </a:pPr>
                      <a:r>
                        <a:rPr lang="en-US" sz="1400" cap="none" spc="0" dirty="0">
                          <a:solidFill>
                            <a:schemeClr val="tx1"/>
                          </a:solidFill>
                          <a:effectLst/>
                        </a:rPr>
                        <a:t> MEMBER 5, MEMBER 4</a:t>
                      </a:r>
                      <a:endParaRPr lang="en-US" sz="1400" cap="none" spc="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548377482"/>
                  </a:ext>
                </a:extLst>
              </a:tr>
              <a:tr h="439628">
                <a:tc>
                  <a:txBody>
                    <a:bodyPr/>
                    <a:lstStyle/>
                    <a:p>
                      <a:pPr marL="0" marR="0">
                        <a:lnSpc>
                          <a:spcPct val="115000"/>
                        </a:lnSpc>
                        <a:spcAft>
                          <a:spcPts val="1000"/>
                        </a:spcAft>
                        <a:buNone/>
                      </a:pPr>
                      <a:r>
                        <a:rPr lang="en-US" sz="1400" cap="none" spc="0" baseline="0">
                          <a:solidFill>
                            <a:schemeClr val="tx1"/>
                          </a:solidFill>
                          <a:effectLst/>
                        </a:rPr>
                        <a:t>Presenter</a:t>
                      </a:r>
                      <a:endParaRPr lang="en-US" sz="1400" cap="none" spc="0" baseline="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0" marR="0">
                        <a:lnSpc>
                          <a:spcPct val="115000"/>
                        </a:lnSpc>
                        <a:spcAft>
                          <a:spcPts val="1000"/>
                        </a:spcAft>
                        <a:buNone/>
                      </a:pPr>
                      <a:r>
                        <a:rPr lang="en-US" sz="1400" cap="none" spc="0">
                          <a:solidFill>
                            <a:schemeClr val="tx1"/>
                          </a:solidFill>
                          <a:effectLst/>
                        </a:rPr>
                        <a:t>Presents the group idea to the class.</a:t>
                      </a:r>
                      <a:endParaRPr lang="en-US" sz="1400" cap="none" spc="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marL="0" marR="0">
                        <a:lnSpc>
                          <a:spcPct val="115000"/>
                        </a:lnSpc>
                        <a:spcAft>
                          <a:spcPts val="1000"/>
                        </a:spcAft>
                        <a:buNone/>
                      </a:pPr>
                      <a:r>
                        <a:rPr lang="en-US" sz="1400" cap="none" spc="0" dirty="0">
                          <a:solidFill>
                            <a:schemeClr val="tx1"/>
                          </a:solidFill>
                          <a:effectLst/>
                        </a:rPr>
                        <a:t> MEMBER 2,MEMBER 1</a:t>
                      </a:r>
                      <a:endParaRPr lang="en-US" sz="1400" cap="none" spc="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12700" cmpd="sng">
                      <a:no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322682012"/>
                  </a:ext>
                </a:extLst>
              </a:tr>
              <a:tr h="682614">
                <a:tc>
                  <a:txBody>
                    <a:bodyPr/>
                    <a:lstStyle/>
                    <a:p>
                      <a:pPr marL="0" marR="0">
                        <a:lnSpc>
                          <a:spcPct val="115000"/>
                        </a:lnSpc>
                        <a:spcAft>
                          <a:spcPts val="1000"/>
                        </a:spcAft>
                        <a:buNone/>
                      </a:pPr>
                      <a:r>
                        <a:rPr lang="en-US" sz="1400" cap="none" spc="0" baseline="0" dirty="0">
                          <a:solidFill>
                            <a:schemeClr val="tx1"/>
                          </a:solidFill>
                          <a:effectLst/>
                        </a:rPr>
                        <a:t>Timekeeper</a:t>
                      </a:r>
                      <a:endParaRPr lang="en-US" sz="1400" cap="none" spc="0" baseline="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0" marR="0">
                        <a:lnSpc>
                          <a:spcPct val="115000"/>
                        </a:lnSpc>
                        <a:spcAft>
                          <a:spcPts val="1000"/>
                        </a:spcAft>
                        <a:buNone/>
                      </a:pPr>
                      <a:r>
                        <a:rPr lang="en-US" sz="1400" cap="none" spc="0">
                          <a:solidFill>
                            <a:schemeClr val="tx1"/>
                          </a:solidFill>
                          <a:effectLst/>
                        </a:rPr>
                        <a:t>Controls the time and reminds the group of deadlines.</a:t>
                      </a:r>
                      <a:endParaRPr lang="en-US" sz="1400" cap="none" spc="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marL="0" marR="0">
                        <a:lnSpc>
                          <a:spcPct val="115000"/>
                        </a:lnSpc>
                        <a:spcAft>
                          <a:spcPts val="1000"/>
                        </a:spcAft>
                        <a:buNone/>
                      </a:pPr>
                      <a:r>
                        <a:rPr lang="en-US" sz="1400" cap="none" spc="0" dirty="0">
                          <a:solidFill>
                            <a:schemeClr val="tx1"/>
                          </a:solidFill>
                          <a:effectLst/>
                        </a:rPr>
                        <a:t>MEMBER 4, MEMBER 3</a:t>
                      </a:r>
                      <a:endParaRPr lang="en-US" sz="1400" cap="none" spc="0" dirty="0">
                        <a:solidFill>
                          <a:schemeClr val="tx1"/>
                        </a:solidFill>
                        <a:effectLst/>
                        <a:latin typeface="Arial" panose="020B0604020202020204" pitchFamily="34" charset="0"/>
                        <a:ea typeface="MS Mincho" panose="02020609040205080304" pitchFamily="49" charset="-128"/>
                        <a:cs typeface="Times New Roman" panose="02020603050405020304" pitchFamily="18" charset="0"/>
                      </a:endParaRPr>
                    </a:p>
                  </a:txBody>
                  <a:tcPr marL="117720" marR="67915" marT="90554" marB="90554" anchor="ctr">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2589876938"/>
                  </a:ext>
                </a:extLst>
              </a:tr>
            </a:tbl>
          </a:graphicData>
        </a:graphic>
      </p:graphicFrame>
    </p:spTree>
    <p:extLst>
      <p:ext uri="{BB962C8B-B14F-4D97-AF65-F5344CB8AC3E}">
        <p14:creationId xmlns:p14="http://schemas.microsoft.com/office/powerpoint/2010/main" val="2012878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A6EA623-FC3F-8EBD-1C1B-072A21C29610}"/>
              </a:ext>
            </a:extLst>
          </p:cNvPr>
          <p:cNvSpPr>
            <a:spLocks noGrp="1"/>
          </p:cNvSpPr>
          <p:nvPr>
            <p:ph type="title"/>
          </p:nvPr>
        </p:nvSpPr>
        <p:spPr>
          <a:xfrm>
            <a:off x="838200" y="226143"/>
            <a:ext cx="10515600" cy="1229033"/>
          </a:xfrm>
        </p:spPr>
        <p:txBody>
          <a:bodyPr/>
          <a:lstStyle/>
          <a:p>
            <a:r>
              <a:rPr lang="en-US" dirty="0"/>
              <a:t>SOLUTIONS AND IMPLEMENTATION </a:t>
            </a:r>
          </a:p>
        </p:txBody>
      </p:sp>
      <p:sp>
        <p:nvSpPr>
          <p:cNvPr id="7" name="Content Placeholder 6">
            <a:extLst>
              <a:ext uri="{FF2B5EF4-FFF2-40B4-BE49-F238E27FC236}">
                <a16:creationId xmlns:a16="http://schemas.microsoft.com/office/drawing/2014/main" id="{84BA4F5C-B74F-2580-2C17-9931DAB91933}"/>
              </a:ext>
            </a:extLst>
          </p:cNvPr>
          <p:cNvSpPr>
            <a:spLocks noGrp="1"/>
          </p:cNvSpPr>
          <p:nvPr>
            <p:ph sz="quarter" idx="10"/>
          </p:nvPr>
        </p:nvSpPr>
        <p:spPr>
          <a:xfrm>
            <a:off x="849775" y="2858625"/>
            <a:ext cx="3941763" cy="3338513"/>
          </a:xfrm>
        </p:spPr>
        <p:txBody>
          <a:bodyPr/>
          <a:lstStyle/>
          <a:p>
            <a:pPr marL="0" indent="0">
              <a:buNone/>
            </a:pPr>
            <a:r>
              <a:rPr lang="en-GB" dirty="0"/>
              <a:t>ASSIGING ROLES</a:t>
            </a:r>
          </a:p>
          <a:p>
            <a:endParaRPr lang="en-US" dirty="0"/>
          </a:p>
        </p:txBody>
      </p:sp>
      <p:sp>
        <p:nvSpPr>
          <p:cNvPr id="12" name="Content Placeholder 11">
            <a:extLst>
              <a:ext uri="{FF2B5EF4-FFF2-40B4-BE49-F238E27FC236}">
                <a16:creationId xmlns:a16="http://schemas.microsoft.com/office/drawing/2014/main" id="{8861FF45-BE19-75F7-FDF6-3CF0D85A8F09}"/>
              </a:ext>
            </a:extLst>
          </p:cNvPr>
          <p:cNvSpPr>
            <a:spLocks noGrp="1"/>
          </p:cNvSpPr>
          <p:nvPr>
            <p:ph sz="quarter" idx="11"/>
          </p:nvPr>
        </p:nvSpPr>
        <p:spPr>
          <a:xfrm>
            <a:off x="5342681" y="2858625"/>
            <a:ext cx="6011119" cy="3338513"/>
          </a:xfrm>
        </p:spPr>
        <p:txBody>
          <a:bodyPr/>
          <a:lstStyle/>
          <a:p>
            <a:r>
              <a:rPr lang="en-GB" dirty="0"/>
              <a:t>"Matching roles to team members based on their strengths and availability ensures that we maximize our potential and create a more dynamic work environment!"</a:t>
            </a:r>
            <a:endParaRPr lang="en-US" dirty="0"/>
          </a:p>
        </p:txBody>
      </p:sp>
      <p:sp>
        <p:nvSpPr>
          <p:cNvPr id="2" name="Slide Number Placeholder 1">
            <a:extLst>
              <a:ext uri="{FF2B5EF4-FFF2-40B4-BE49-F238E27FC236}">
                <a16:creationId xmlns:a16="http://schemas.microsoft.com/office/drawing/2014/main" id="{5B347400-F1A2-FAFC-8A83-9280B6C44D15}"/>
              </a:ext>
            </a:extLst>
          </p:cNvPr>
          <p:cNvSpPr>
            <a:spLocks noGrp="1"/>
          </p:cNvSpPr>
          <p:nvPr>
            <p:ph type="sldNum" sz="quarter" idx="4"/>
          </p:nvPr>
        </p:nvSpPr>
        <p:spPr/>
        <p:txBody>
          <a:bodyPr/>
          <a:lstStyle/>
          <a:p>
            <a:fld id="{EA87306C-81BA-4795-A5CA-9392456A8C1E}" type="slidenum">
              <a:rPr lang="en-US" smtClean="0"/>
              <a:pPr/>
              <a:t>8</a:t>
            </a:fld>
            <a:endParaRPr lang="en-US" dirty="0"/>
          </a:p>
        </p:txBody>
      </p:sp>
    </p:spTree>
    <p:extLst>
      <p:ext uri="{BB962C8B-B14F-4D97-AF65-F5344CB8AC3E}">
        <p14:creationId xmlns:p14="http://schemas.microsoft.com/office/powerpoint/2010/main" val="3299512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24E3B-9767-BAF8-C65E-5AE687F1D80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60D9830-79D1-F868-C675-F2C27F0FC8D8}"/>
              </a:ext>
            </a:extLst>
          </p:cNvPr>
          <p:cNvSpPr>
            <a:spLocks noGrp="1"/>
          </p:cNvSpPr>
          <p:nvPr>
            <p:ph type="title"/>
          </p:nvPr>
        </p:nvSpPr>
        <p:spPr>
          <a:xfrm>
            <a:off x="838200" y="226143"/>
            <a:ext cx="10515600" cy="1229033"/>
          </a:xfrm>
        </p:spPr>
        <p:txBody>
          <a:bodyPr/>
          <a:lstStyle/>
          <a:p>
            <a:r>
              <a:rPr lang="en-US" dirty="0"/>
              <a:t>SOLUTIONS AND IMPLEMENTATION </a:t>
            </a:r>
          </a:p>
        </p:txBody>
      </p:sp>
      <p:sp>
        <p:nvSpPr>
          <p:cNvPr id="7" name="Content Placeholder 6">
            <a:extLst>
              <a:ext uri="{FF2B5EF4-FFF2-40B4-BE49-F238E27FC236}">
                <a16:creationId xmlns:a16="http://schemas.microsoft.com/office/drawing/2014/main" id="{1DDFFA3B-4EB6-5B3C-0052-238F052493AD}"/>
              </a:ext>
            </a:extLst>
          </p:cNvPr>
          <p:cNvSpPr>
            <a:spLocks noGrp="1"/>
          </p:cNvSpPr>
          <p:nvPr>
            <p:ph sz="quarter" idx="10"/>
          </p:nvPr>
        </p:nvSpPr>
        <p:spPr>
          <a:xfrm>
            <a:off x="849775" y="2858625"/>
            <a:ext cx="3941763" cy="3338513"/>
          </a:xfrm>
        </p:spPr>
        <p:txBody>
          <a:bodyPr/>
          <a:lstStyle/>
          <a:p>
            <a:r>
              <a:rPr lang="en-GB" dirty="0"/>
              <a:t>ORGANISING THE WORK BETWEEN EACH MEMBERS </a:t>
            </a:r>
            <a:endParaRPr lang="en-US" dirty="0"/>
          </a:p>
        </p:txBody>
      </p:sp>
      <p:sp>
        <p:nvSpPr>
          <p:cNvPr id="12" name="Content Placeholder 11">
            <a:extLst>
              <a:ext uri="{FF2B5EF4-FFF2-40B4-BE49-F238E27FC236}">
                <a16:creationId xmlns:a16="http://schemas.microsoft.com/office/drawing/2014/main" id="{C7B7E615-181E-9323-1BF8-089E9C51A9DC}"/>
              </a:ext>
            </a:extLst>
          </p:cNvPr>
          <p:cNvSpPr>
            <a:spLocks noGrp="1"/>
          </p:cNvSpPr>
          <p:nvPr>
            <p:ph sz="quarter" idx="11"/>
          </p:nvPr>
        </p:nvSpPr>
        <p:spPr>
          <a:xfrm>
            <a:off x="5342681" y="2858625"/>
            <a:ext cx="6011119" cy="3338513"/>
          </a:xfrm>
        </p:spPr>
        <p:txBody>
          <a:bodyPr/>
          <a:lstStyle/>
          <a:p>
            <a:r>
              <a:rPr lang="en-GB" dirty="0"/>
              <a:t>We effectively divided the tasks among all members to ensure everyone contributes and succeeds together.</a:t>
            </a:r>
            <a:endParaRPr lang="en-US" dirty="0"/>
          </a:p>
        </p:txBody>
      </p:sp>
      <p:sp>
        <p:nvSpPr>
          <p:cNvPr id="2" name="Slide Number Placeholder 1">
            <a:extLst>
              <a:ext uri="{FF2B5EF4-FFF2-40B4-BE49-F238E27FC236}">
                <a16:creationId xmlns:a16="http://schemas.microsoft.com/office/drawing/2014/main" id="{82319BDE-3749-618A-DB08-9684B4F575BB}"/>
              </a:ext>
            </a:extLst>
          </p:cNvPr>
          <p:cNvSpPr>
            <a:spLocks noGrp="1"/>
          </p:cNvSpPr>
          <p:nvPr>
            <p:ph type="sldNum" sz="quarter" idx="4"/>
          </p:nvPr>
        </p:nvSpPr>
        <p:spPr/>
        <p:txBody>
          <a:bodyPr/>
          <a:lstStyle/>
          <a:p>
            <a:fld id="{EA87306C-81BA-4795-A5CA-9392456A8C1E}" type="slidenum">
              <a:rPr lang="en-US" smtClean="0"/>
              <a:pPr/>
              <a:t>9</a:t>
            </a:fld>
            <a:endParaRPr lang="en-US" dirty="0"/>
          </a:p>
        </p:txBody>
      </p:sp>
    </p:spTree>
    <p:extLst>
      <p:ext uri="{BB962C8B-B14F-4D97-AF65-F5344CB8AC3E}">
        <p14:creationId xmlns:p14="http://schemas.microsoft.com/office/powerpoint/2010/main" val="3239458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697F3-04A9-8304-E6C0-617E1D5B510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AF45DE2-C80A-AE7B-BAE8-841F5D7F5AD7}"/>
              </a:ext>
            </a:extLst>
          </p:cNvPr>
          <p:cNvSpPr>
            <a:spLocks noGrp="1"/>
          </p:cNvSpPr>
          <p:nvPr>
            <p:ph type="title"/>
          </p:nvPr>
        </p:nvSpPr>
        <p:spPr>
          <a:xfrm>
            <a:off x="838200" y="226143"/>
            <a:ext cx="10515600" cy="1229033"/>
          </a:xfrm>
        </p:spPr>
        <p:txBody>
          <a:bodyPr/>
          <a:lstStyle/>
          <a:p>
            <a:r>
              <a:rPr lang="en-US" noProof="0" dirty="0"/>
              <a:t>EXPECTED BENEFIT</a:t>
            </a:r>
            <a:endParaRPr lang="en-US" dirty="0"/>
          </a:p>
        </p:txBody>
      </p:sp>
      <p:sp>
        <p:nvSpPr>
          <p:cNvPr id="12" name="Content Placeholder 11">
            <a:extLst>
              <a:ext uri="{FF2B5EF4-FFF2-40B4-BE49-F238E27FC236}">
                <a16:creationId xmlns:a16="http://schemas.microsoft.com/office/drawing/2014/main" id="{5A0EEA1C-3C23-9E30-0AE9-CE3805FDD025}"/>
              </a:ext>
            </a:extLst>
          </p:cNvPr>
          <p:cNvSpPr>
            <a:spLocks noGrp="1"/>
          </p:cNvSpPr>
          <p:nvPr>
            <p:ph sz="quarter" idx="11"/>
          </p:nvPr>
        </p:nvSpPr>
        <p:spPr>
          <a:xfrm>
            <a:off x="3090440" y="2727997"/>
            <a:ext cx="6011119" cy="3338513"/>
          </a:xfrm>
        </p:spPr>
        <p:txBody>
          <a:bodyPr/>
          <a:lstStyle/>
          <a:p>
            <a:r>
              <a:rPr lang="en-GB" dirty="0"/>
              <a:t>THIS CAN IMPROVE FAIRNESS, COMMUNICATION, RESPONSIBILITY AND TEAMWORK BECAUSE EVERY MEMBER HAS THEIR VISIBLE TASKS AND ACCOUNTABILITY.</a:t>
            </a:r>
            <a:endParaRPr lang="en-US" dirty="0"/>
          </a:p>
        </p:txBody>
      </p:sp>
      <p:sp>
        <p:nvSpPr>
          <p:cNvPr id="2" name="Slide Number Placeholder 1">
            <a:extLst>
              <a:ext uri="{FF2B5EF4-FFF2-40B4-BE49-F238E27FC236}">
                <a16:creationId xmlns:a16="http://schemas.microsoft.com/office/drawing/2014/main" id="{B3C4F0B5-7B2C-1C0D-78F3-8DBB2816D4C9}"/>
              </a:ext>
            </a:extLst>
          </p:cNvPr>
          <p:cNvSpPr>
            <a:spLocks noGrp="1"/>
          </p:cNvSpPr>
          <p:nvPr>
            <p:ph type="sldNum" sz="quarter" idx="4"/>
          </p:nvPr>
        </p:nvSpPr>
        <p:spPr/>
        <p:txBody>
          <a:bodyPr/>
          <a:lstStyle/>
          <a:p>
            <a:fld id="{EA87306C-81BA-4795-A5CA-9392456A8C1E}" type="slidenum">
              <a:rPr lang="en-US" smtClean="0"/>
              <a:pPr/>
              <a:t>10</a:t>
            </a:fld>
            <a:endParaRPr lang="en-US" dirty="0"/>
          </a:p>
        </p:txBody>
      </p:sp>
    </p:spTree>
    <p:extLst>
      <p:ext uri="{BB962C8B-B14F-4D97-AF65-F5344CB8AC3E}">
        <p14:creationId xmlns:p14="http://schemas.microsoft.com/office/powerpoint/2010/main" val="2313279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D85AA-2EB4-7904-34FD-89397ED21FE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B8D7A4D-002D-8D55-51BD-B7E864DACC60}"/>
              </a:ext>
            </a:extLst>
          </p:cNvPr>
          <p:cNvSpPr>
            <a:spLocks noGrp="1"/>
          </p:cNvSpPr>
          <p:nvPr>
            <p:ph type="title"/>
          </p:nvPr>
        </p:nvSpPr>
        <p:spPr>
          <a:xfrm>
            <a:off x="838200" y="226143"/>
            <a:ext cx="10515600" cy="1229033"/>
          </a:xfrm>
        </p:spPr>
        <p:txBody>
          <a:bodyPr/>
          <a:lstStyle/>
          <a:p>
            <a:r>
              <a:rPr lang="en-US" noProof="0" dirty="0"/>
              <a:t>SOLUTIONS AND IMPLEMENTATION </a:t>
            </a:r>
            <a:endParaRPr lang="en-US" dirty="0"/>
          </a:p>
        </p:txBody>
      </p:sp>
      <p:sp>
        <p:nvSpPr>
          <p:cNvPr id="7" name="Content Placeholder 6">
            <a:extLst>
              <a:ext uri="{FF2B5EF4-FFF2-40B4-BE49-F238E27FC236}">
                <a16:creationId xmlns:a16="http://schemas.microsoft.com/office/drawing/2014/main" id="{3548C419-DA6B-AE2F-16FC-F0D195465984}"/>
              </a:ext>
            </a:extLst>
          </p:cNvPr>
          <p:cNvSpPr>
            <a:spLocks noGrp="1"/>
          </p:cNvSpPr>
          <p:nvPr>
            <p:ph sz="quarter" idx="10"/>
          </p:nvPr>
        </p:nvSpPr>
        <p:spPr>
          <a:xfrm>
            <a:off x="849775" y="2858625"/>
            <a:ext cx="3941763" cy="3338513"/>
          </a:xfrm>
        </p:spPr>
        <p:txBody>
          <a:bodyPr/>
          <a:lstStyle/>
          <a:p>
            <a:r>
              <a:rPr lang="en-GB" dirty="0"/>
              <a:t>ENCOURAGING EVERYONE TO WORK EQUALLY</a:t>
            </a:r>
            <a:endParaRPr lang="en-US" dirty="0"/>
          </a:p>
        </p:txBody>
      </p:sp>
      <p:sp>
        <p:nvSpPr>
          <p:cNvPr id="12" name="Content Placeholder 11">
            <a:extLst>
              <a:ext uri="{FF2B5EF4-FFF2-40B4-BE49-F238E27FC236}">
                <a16:creationId xmlns:a16="http://schemas.microsoft.com/office/drawing/2014/main" id="{4454565A-D3B5-FE74-5526-397E4FD5D737}"/>
              </a:ext>
            </a:extLst>
          </p:cNvPr>
          <p:cNvSpPr>
            <a:spLocks noGrp="1"/>
          </p:cNvSpPr>
          <p:nvPr>
            <p:ph sz="quarter" idx="11"/>
          </p:nvPr>
        </p:nvSpPr>
        <p:spPr>
          <a:xfrm>
            <a:off x="5342681" y="2858625"/>
            <a:ext cx="6011119" cy="3338513"/>
          </a:xfrm>
        </p:spPr>
        <p:txBody>
          <a:bodyPr/>
          <a:lstStyle/>
          <a:p>
            <a:r>
              <a:rPr lang="en-GB" dirty="0"/>
              <a:t>Everyone brings a unique perspective to the table, and it’s essential for each voice to be heard. When we all contribute equally, we can truly enhance our situation and create a stronger outcome together. Let's collaborate and make our collective vision a reality!</a:t>
            </a:r>
            <a:endParaRPr lang="en-US" dirty="0"/>
          </a:p>
        </p:txBody>
      </p:sp>
      <p:sp>
        <p:nvSpPr>
          <p:cNvPr id="2" name="Slide Number Placeholder 1">
            <a:extLst>
              <a:ext uri="{FF2B5EF4-FFF2-40B4-BE49-F238E27FC236}">
                <a16:creationId xmlns:a16="http://schemas.microsoft.com/office/drawing/2014/main" id="{1D739477-7E75-C615-61FE-514A18C75821}"/>
              </a:ext>
            </a:extLst>
          </p:cNvPr>
          <p:cNvSpPr>
            <a:spLocks noGrp="1"/>
          </p:cNvSpPr>
          <p:nvPr>
            <p:ph type="sldNum" sz="quarter" idx="4"/>
          </p:nvPr>
        </p:nvSpPr>
        <p:spPr/>
        <p:txBody>
          <a:bodyPr/>
          <a:lstStyle/>
          <a:p>
            <a:fld id="{EA87306C-81BA-4795-A5CA-9392456A8C1E}" type="slidenum">
              <a:rPr lang="en-US" smtClean="0"/>
              <a:pPr/>
              <a:t>11</a:t>
            </a:fld>
            <a:endParaRPr lang="en-US" dirty="0"/>
          </a:p>
        </p:txBody>
      </p:sp>
    </p:spTree>
    <p:extLst>
      <p:ext uri="{BB962C8B-B14F-4D97-AF65-F5344CB8AC3E}">
        <p14:creationId xmlns:p14="http://schemas.microsoft.com/office/powerpoint/2010/main" val="532430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CBCD3B-EAB4-87E8-85AB-C9DDB7162C68}"/>
              </a:ext>
            </a:extLst>
          </p:cNvPr>
          <p:cNvSpPr>
            <a:spLocks noGrp="1"/>
          </p:cNvSpPr>
          <p:nvPr>
            <p:ph type="title"/>
          </p:nvPr>
        </p:nvSpPr>
        <p:spPr>
          <a:xfrm>
            <a:off x="1130061" y="1541398"/>
            <a:ext cx="4442603" cy="2124827"/>
          </a:xfrm>
        </p:spPr>
        <p:txBody>
          <a:bodyPr/>
          <a:lstStyle/>
          <a:p>
            <a:r>
              <a:rPr lang="en-US" dirty="0"/>
              <a:t>Thank you</a:t>
            </a:r>
          </a:p>
        </p:txBody>
      </p:sp>
      <p:sp>
        <p:nvSpPr>
          <p:cNvPr id="6" name="Text Placeholder 5">
            <a:extLst>
              <a:ext uri="{FF2B5EF4-FFF2-40B4-BE49-F238E27FC236}">
                <a16:creationId xmlns:a16="http://schemas.microsoft.com/office/drawing/2014/main" id="{75335026-4908-B82C-0C3C-4E5E0498CB6A}"/>
              </a:ext>
            </a:extLst>
          </p:cNvPr>
          <p:cNvSpPr>
            <a:spLocks noGrp="1"/>
          </p:cNvSpPr>
          <p:nvPr>
            <p:ph type="body" sz="quarter" idx="19"/>
          </p:nvPr>
        </p:nvSpPr>
        <p:spPr/>
        <p:txBody>
          <a:bodyPr/>
          <a:lstStyle/>
          <a:p>
            <a:r>
              <a:rPr lang="en-US" dirty="0"/>
              <a:t>​</a:t>
            </a:r>
          </a:p>
          <a:p>
            <a:endParaRPr lang="en-US" dirty="0"/>
          </a:p>
        </p:txBody>
      </p:sp>
      <p:pic>
        <p:nvPicPr>
          <p:cNvPr id="15" name="Picture Placeholder 14" descr="A close up of a leaf">
            <a:extLst>
              <a:ext uri="{FF2B5EF4-FFF2-40B4-BE49-F238E27FC236}">
                <a16:creationId xmlns:a16="http://schemas.microsoft.com/office/drawing/2014/main" id="{C59CFD32-0A41-78F6-63F2-D8BBA2F23D00}"/>
              </a:ext>
            </a:extLst>
          </p:cNvPr>
          <p:cNvPicPr>
            <a:picLocks noGrp="1" noChangeAspect="1"/>
          </p:cNvPicPr>
          <p:nvPr>
            <p:ph type="pic" sz="quarter" idx="10"/>
          </p:nvPr>
        </p:nvPicPr>
        <p:blipFill>
          <a:blip r:embed="rId2"/>
          <a:srcRect l="55" r="55"/>
          <a:stretch/>
        </p:blipFill>
        <p:spPr>
          <a:xfrm>
            <a:off x="6771736" y="0"/>
            <a:ext cx="5420263" cy="6858000"/>
          </a:xfrm>
        </p:spPr>
      </p:pic>
    </p:spTree>
    <p:extLst>
      <p:ext uri="{BB962C8B-B14F-4D97-AF65-F5344CB8AC3E}">
        <p14:creationId xmlns:p14="http://schemas.microsoft.com/office/powerpoint/2010/main" val="3010151088"/>
      </p:ext>
    </p:extLst>
  </p:cSld>
  <p:clrMapOvr>
    <a:masterClrMapping/>
  </p:clrMapOvr>
</p:sld>
</file>

<file path=ppt/theme/theme1.xml><?xml version="1.0" encoding="utf-8"?>
<a:theme xmlns:a="http://schemas.openxmlformats.org/drawingml/2006/main" name="Custom">
  <a:themeElements>
    <a:clrScheme name="Custom 19">
      <a:dk1>
        <a:sysClr val="windowText" lastClr="000000"/>
      </a:dk1>
      <a:lt1>
        <a:sysClr val="window" lastClr="FFFFFF"/>
      </a:lt1>
      <a:dk2>
        <a:srgbClr val="44546A"/>
      </a:dk2>
      <a:lt2>
        <a:srgbClr val="E7E6E6"/>
      </a:lt2>
      <a:accent1>
        <a:srgbClr val="B4D0E9"/>
      </a:accent1>
      <a:accent2>
        <a:srgbClr val="476977"/>
      </a:accent2>
      <a:accent3>
        <a:srgbClr val="79BBE9"/>
      </a:accent3>
      <a:accent4>
        <a:srgbClr val="6B8043"/>
      </a:accent4>
      <a:accent5>
        <a:srgbClr val="9ACF21"/>
      </a:accent5>
      <a:accent6>
        <a:srgbClr val="CFDCA5"/>
      </a:accent6>
      <a:hlink>
        <a:srgbClr val="0563C1"/>
      </a:hlink>
      <a:folHlink>
        <a:srgbClr val="954F72"/>
      </a:folHlink>
    </a:clrScheme>
    <a:fontScheme name="Custom 26">
      <a:majorFont>
        <a:latin typeface="Tenorite Bold"/>
        <a:ea typeface=""/>
        <a:cs typeface=""/>
      </a:majorFont>
      <a:minorFont>
        <a:latin typeface="Tenorite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175_Win32_SL_V6" id="{2596AF0E-92BF-4F5A-A2A1-B1C9D33CD0CE}" vid="{0709752F-9199-467A-B305-5274ECB683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19A644-6410-4EC7-894C-877E70305DF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E9424615-5FE5-4F43-AE24-3BC9A0532687}">
  <ds:schemaRefs>
    <ds:schemaRef ds:uri="http://schemas.microsoft.com/sharepoint/v3/contenttype/forms"/>
  </ds:schemaRefs>
</ds:datastoreItem>
</file>

<file path=customXml/itemProps3.xml><?xml version="1.0" encoding="utf-8"?>
<ds:datastoreItem xmlns:ds="http://schemas.openxmlformats.org/officeDocument/2006/customXml" ds:itemID="{15AD180A-D253-4F84-BD24-8EE736E655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{4253A511-8429-4009-8036-04440AF45FA5}TF8c6975b0-03aa-48e8-8a23-2a6072f108da7bca746b_win32-937fb968a2bf</Template>
  <TotalTime>57</TotalTime>
  <Words>396</Words>
  <Application>Microsoft Office PowerPoint</Application>
  <PresentationFormat>Widescreen</PresentationFormat>
  <Paragraphs>78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Tenorite </vt:lpstr>
      <vt:lpstr>Tenorite Bold</vt:lpstr>
      <vt:lpstr>Custom</vt:lpstr>
      <vt:lpstr>BALANCED GROUP WORK SYSTEM </vt:lpstr>
      <vt:lpstr>TOPICS </vt:lpstr>
      <vt:lpstr>THE SCENARIO</vt:lpstr>
      <vt:lpstr>The group consists of five members. Among them, two students handle the majority of the work, while one student attends meetings but remains silent. Another student relies on AI tools for all tasks without fully understanding the material, and the last student frequently misses meetings due to work commitments. our task is to design a fair group work system that ensures every member contributes appropriately.</vt:lpstr>
      <vt:lpstr>RANKING ACCORDING TO THEIR POTENTIAL AND AVALIABILITY </vt:lpstr>
      <vt:lpstr>PROBLEM STATEMENT </vt:lpstr>
      <vt:lpstr>ASSIGNING ROLES </vt:lpstr>
      <vt:lpstr>SOLUTIONS AND IMPLEMENTATION </vt:lpstr>
      <vt:lpstr>SOLUTIONS AND IMPLEMENTATION </vt:lpstr>
      <vt:lpstr>EXPECTED BENEFIT</vt:lpstr>
      <vt:lpstr>SOLUTIONS AND IMPLEMENTATION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Sebastian Siju</dc:creator>
  <cp:lastModifiedBy>Sebastian Siju</cp:lastModifiedBy>
  <cp:revision>1</cp:revision>
  <dcterms:created xsi:type="dcterms:W3CDTF">2026-05-07T10:18:34Z</dcterms:created>
  <dcterms:modified xsi:type="dcterms:W3CDTF">2026-05-07T11:15:38Z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